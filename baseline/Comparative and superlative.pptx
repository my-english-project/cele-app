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2"/>
  </p:notesMasterIdLst>
  <p:sldIdLst>
    <p:sldId id="256" r:id="rId2"/>
    <p:sldId id="275" r:id="rId3"/>
    <p:sldId id="269" r:id="rId4"/>
    <p:sldId id="263" r:id="rId5"/>
    <p:sldId id="264" r:id="rId6"/>
    <p:sldId id="257" r:id="rId7"/>
    <p:sldId id="261" r:id="rId8"/>
    <p:sldId id="277" r:id="rId9"/>
    <p:sldId id="278" r:id="rId10"/>
    <p:sldId id="265" r:id="rId11"/>
    <p:sldId id="267" r:id="rId12"/>
    <p:sldId id="268" r:id="rId13"/>
    <p:sldId id="276" r:id="rId14"/>
    <p:sldId id="274" r:id="rId15"/>
    <p:sldId id="270" r:id="rId16"/>
    <p:sldId id="272" r:id="rId17"/>
    <p:sldId id="258" r:id="rId18"/>
    <p:sldId id="262" r:id="rId19"/>
    <p:sldId id="279" r:id="rId20"/>
    <p:sldId id="280" r:id="rId21"/>
  </p:sldIdLst>
  <p:sldSz cx="9144000" cy="5143500" type="screen16x9"/>
  <p:notesSz cx="6858000" cy="9144000"/>
  <p:embeddedFontLst>
    <p:embeddedFont>
      <p:font typeface="Bangers" panose="020B0604020202020204" charset="0"/>
      <p:regular r:id="rId23"/>
    </p:embeddedFont>
    <p:embeddedFont>
      <p:font typeface="Noto Sans" panose="020B0502040504020204" pitchFamily="34" charset="0"/>
      <p:regular r:id="rId24"/>
      <p:bold r:id="rId25"/>
      <p:italic r:id="rId26"/>
      <p:boldItalic r:id="rId27"/>
    </p:embeddedFont>
    <p:embeddedFont>
      <p:font typeface="Sniglet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47326-9047-4009-B7A7-3DBB8ECC290C}" v="27" dt="2025-09-04T22:15:56.856"/>
  </p1510:revLst>
</p1510:revInfo>
</file>

<file path=ppt/tableStyles.xml><?xml version="1.0" encoding="utf-8"?>
<a:tblStyleLst xmlns:a="http://schemas.openxmlformats.org/drawingml/2006/main" def="{AAA8C6FD-1A45-44EA-8988-3268CA922772}">
  <a:tblStyle styleId="{AAA8C6FD-1A45-44EA-8988-3268CA9227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Isauro Ríos Rodríguez" userId="4d0b03aa-3b38-4bc8-8144-9e23d3e5a9d4" providerId="ADAL" clId="{5AB47326-9047-4009-B7A7-3DBB8ECC290C}"/>
    <pc:docChg chg="undo custSel addSld modSld sldOrd">
      <pc:chgData name="José Isauro Ríos Rodríguez" userId="4d0b03aa-3b38-4bc8-8144-9e23d3e5a9d4" providerId="ADAL" clId="{5AB47326-9047-4009-B7A7-3DBB8ECC290C}" dt="2025-09-04T22:16:15.041" v="191" actId="20577"/>
      <pc:docMkLst>
        <pc:docMk/>
      </pc:docMkLst>
      <pc:sldChg chg="addSp delSp modSp add mod ord">
        <pc:chgData name="José Isauro Ríos Rodríguez" userId="4d0b03aa-3b38-4bc8-8144-9e23d3e5a9d4" providerId="ADAL" clId="{5AB47326-9047-4009-B7A7-3DBB8ECC290C}" dt="2025-09-04T22:15:56.856" v="190" actId="1076"/>
        <pc:sldMkLst>
          <pc:docMk/>
          <pc:sldMk cId="4198927896" sldId="279"/>
        </pc:sldMkLst>
        <pc:spChg chg="add del mod">
          <ac:chgData name="José Isauro Ríos Rodríguez" userId="4d0b03aa-3b38-4bc8-8144-9e23d3e5a9d4" providerId="ADAL" clId="{5AB47326-9047-4009-B7A7-3DBB8ECC290C}" dt="2025-09-04T22:10:44.208" v="56" actId="478"/>
          <ac:spMkLst>
            <pc:docMk/>
            <pc:sldMk cId="4198927896" sldId="279"/>
            <ac:spMk id="4" creationId="{853A3F69-232F-98F7-5E3D-E5CA33D0527C}"/>
          </ac:spMkLst>
        </pc:spChg>
        <pc:spChg chg="add mod">
          <ac:chgData name="José Isauro Ríos Rodríguez" userId="4d0b03aa-3b38-4bc8-8144-9e23d3e5a9d4" providerId="ADAL" clId="{5AB47326-9047-4009-B7A7-3DBB8ECC290C}" dt="2025-09-04T22:10:49.361" v="58"/>
          <ac:spMkLst>
            <pc:docMk/>
            <pc:sldMk cId="4198927896" sldId="279"/>
            <ac:spMk id="5" creationId="{144EAD33-57A5-7C8F-299E-92023A20CE45}"/>
          </ac:spMkLst>
        </pc:spChg>
        <pc:spChg chg="add mod">
          <ac:chgData name="José Isauro Ríos Rodríguez" userId="4d0b03aa-3b38-4bc8-8144-9e23d3e5a9d4" providerId="ADAL" clId="{5AB47326-9047-4009-B7A7-3DBB8ECC290C}" dt="2025-09-04T22:15:26.577" v="185" actId="20577"/>
          <ac:spMkLst>
            <pc:docMk/>
            <pc:sldMk cId="4198927896" sldId="279"/>
            <ac:spMk id="6" creationId="{BA4ACC7D-1210-108F-3454-C328ABCBB5AD}"/>
          </ac:spMkLst>
        </pc:spChg>
        <pc:spChg chg="add mod">
          <ac:chgData name="José Isauro Ríos Rodríguez" userId="4d0b03aa-3b38-4bc8-8144-9e23d3e5a9d4" providerId="ADAL" clId="{5AB47326-9047-4009-B7A7-3DBB8ECC290C}" dt="2025-09-04T22:10:59.836" v="59"/>
          <ac:spMkLst>
            <pc:docMk/>
            <pc:sldMk cId="4198927896" sldId="279"/>
            <ac:spMk id="7" creationId="{EC51E779-1574-8D24-B263-BDE9A9F60753}"/>
          </ac:spMkLst>
        </pc:spChg>
        <pc:spChg chg="del">
          <ac:chgData name="José Isauro Ríos Rodríguez" userId="4d0b03aa-3b38-4bc8-8144-9e23d3e5a9d4" providerId="ADAL" clId="{5AB47326-9047-4009-B7A7-3DBB8ECC290C}" dt="2025-09-04T22:10:26.150" v="54" actId="478"/>
          <ac:spMkLst>
            <pc:docMk/>
            <pc:sldMk cId="4198927896" sldId="279"/>
            <ac:spMk id="13" creationId="{C7E337A9-7927-2E98-C217-EFDE4F9027C3}"/>
          </ac:spMkLst>
        </pc:spChg>
        <pc:graphicFrameChg chg="del">
          <ac:chgData name="José Isauro Ríos Rodríguez" userId="4d0b03aa-3b38-4bc8-8144-9e23d3e5a9d4" providerId="ADAL" clId="{5AB47326-9047-4009-B7A7-3DBB8ECC290C}" dt="2025-09-04T22:10:23.131" v="53" actId="478"/>
          <ac:graphicFrameMkLst>
            <pc:docMk/>
            <pc:sldMk cId="4198927896" sldId="279"/>
            <ac:graphicFrameMk id="3" creationId="{87D6E674-9158-605D-6B10-CACD0CCC2776}"/>
          </ac:graphicFrameMkLst>
        </pc:graphicFrameChg>
        <pc:picChg chg="add mod">
          <ac:chgData name="José Isauro Ríos Rodríguez" userId="4d0b03aa-3b38-4bc8-8144-9e23d3e5a9d4" providerId="ADAL" clId="{5AB47326-9047-4009-B7A7-3DBB8ECC290C}" dt="2025-09-04T22:15:56.856" v="190" actId="1076"/>
          <ac:picMkLst>
            <pc:docMk/>
            <pc:sldMk cId="4198927896" sldId="279"/>
            <ac:picMk id="1026" creationId="{A476052E-9861-6860-F58C-4E03DA712655}"/>
          </ac:picMkLst>
        </pc:picChg>
      </pc:sldChg>
      <pc:sldChg chg="modSp add mod ord">
        <pc:chgData name="José Isauro Ríos Rodríguez" userId="4d0b03aa-3b38-4bc8-8144-9e23d3e5a9d4" providerId="ADAL" clId="{5AB47326-9047-4009-B7A7-3DBB8ECC290C}" dt="2025-09-04T22:16:15.041" v="191" actId="20577"/>
        <pc:sldMkLst>
          <pc:docMk/>
          <pc:sldMk cId="1609030396" sldId="280"/>
        </pc:sldMkLst>
        <pc:spChg chg="mod">
          <ac:chgData name="José Isauro Ríos Rodríguez" userId="4d0b03aa-3b38-4bc8-8144-9e23d3e5a9d4" providerId="ADAL" clId="{5AB47326-9047-4009-B7A7-3DBB8ECC290C}" dt="2025-09-04T22:10:16.613" v="52" actId="1076"/>
          <ac:spMkLst>
            <pc:docMk/>
            <pc:sldMk cId="1609030396" sldId="280"/>
            <ac:spMk id="2" creationId="{CC86ECD6-DDE2-9F72-D263-122111574853}"/>
          </ac:spMkLst>
        </pc:spChg>
        <pc:spChg chg="mod">
          <ac:chgData name="José Isauro Ríos Rodríguez" userId="4d0b03aa-3b38-4bc8-8144-9e23d3e5a9d4" providerId="ADAL" clId="{5AB47326-9047-4009-B7A7-3DBB8ECC290C}" dt="2025-09-04T22:16:15.041" v="191" actId="20577"/>
          <ac:spMkLst>
            <pc:docMk/>
            <pc:sldMk cId="1609030396" sldId="280"/>
            <ac:spMk id="3" creationId="{44399A5A-D8AB-B3EC-0142-586FD2B360D1}"/>
          </ac:spMkLst>
        </pc:spChg>
      </pc:sldChg>
    </pc:docChg>
  </pc:docChgLst>
  <pc:docChgLst>
    <pc:chgData name="José Isauro Ríos Rodríguez" userId="4d0b03aa-3b38-4bc8-8144-9e23d3e5a9d4" providerId="ADAL" clId="{775802C5-06EF-E542-B19C-2168FCD7BAA8}"/>
    <pc:docChg chg="addSld modSld sldOrd">
      <pc:chgData name="José Isauro Ríos Rodríguez" userId="4d0b03aa-3b38-4bc8-8144-9e23d3e5a9d4" providerId="ADAL" clId="{775802C5-06EF-E542-B19C-2168FCD7BAA8}" dt="2025-07-07T22:45:32.111" v="8" actId="108"/>
      <pc:docMkLst>
        <pc:docMk/>
      </pc:docMkLst>
      <pc:sldChg chg="addSp modSp add ord">
        <pc:chgData name="José Isauro Ríos Rodríguez" userId="4d0b03aa-3b38-4bc8-8144-9e23d3e5a9d4" providerId="ADAL" clId="{775802C5-06EF-E542-B19C-2168FCD7BAA8}" dt="2025-07-07T22:45:32.111" v="8" actId="108"/>
        <pc:sldMkLst>
          <pc:docMk/>
          <pc:sldMk cId="2142041367" sldId="275"/>
        </pc:sldMkLst>
      </pc:sldChg>
      <pc:sldChg chg="add replId">
        <pc:chgData name="José Isauro Ríos Rodríguez" userId="4d0b03aa-3b38-4bc8-8144-9e23d3e5a9d4" providerId="ADAL" clId="{775802C5-06EF-E542-B19C-2168FCD7BAA8}" dt="2025-07-07T22:43:44.822" v="0" actId="571"/>
        <pc:sldMkLst>
          <pc:docMk/>
          <pc:sldMk cId="1653976213" sldId="276"/>
        </pc:sldMkLst>
      </pc:sldChg>
    </pc:docChg>
  </pc:docChgLst>
  <pc:docChgLst>
    <pc:chgData name="José Isauro Ríos Rodríguez" userId="S::jrios@utsalamanca.edu.mx::4d0b03aa-3b38-4bc8-8144-9e23d3e5a9d4" providerId="AD" clId="Web-{C0A2BFC4-EB0E-B4A9-0D89-FA7868BCD39D}"/>
    <pc:docChg chg="modSld">
      <pc:chgData name="José Isauro Ríos Rodríguez" userId="S::jrios@utsalamanca.edu.mx::4d0b03aa-3b38-4bc8-8144-9e23d3e5a9d4" providerId="AD" clId="Web-{C0A2BFC4-EB0E-B4A9-0D89-FA7868BCD39D}" dt="2022-06-13T18:02:16.343" v="145" actId="20577"/>
      <pc:docMkLst>
        <pc:docMk/>
      </pc:docMkLst>
      <pc:sldChg chg="modSp">
        <pc:chgData name="José Isauro Ríos Rodríguez" userId="S::jrios@utsalamanca.edu.mx::4d0b03aa-3b38-4bc8-8144-9e23d3e5a9d4" providerId="AD" clId="Web-{C0A2BFC4-EB0E-B4A9-0D89-FA7868BCD39D}" dt="2022-06-13T17:54:42.907" v="5" actId="20577"/>
        <pc:sldMkLst>
          <pc:docMk/>
          <pc:sldMk cId="0" sldId="261"/>
        </pc:sldMkLst>
      </pc:sldChg>
      <pc:sldChg chg="modSp">
        <pc:chgData name="José Isauro Ríos Rodríguez" userId="S::jrios@utsalamanca.edu.mx::4d0b03aa-3b38-4bc8-8144-9e23d3e5a9d4" providerId="AD" clId="Web-{C0A2BFC4-EB0E-B4A9-0D89-FA7868BCD39D}" dt="2022-06-13T17:55:35.973" v="13" actId="20577"/>
        <pc:sldMkLst>
          <pc:docMk/>
          <pc:sldMk cId="0" sldId="263"/>
        </pc:sldMkLst>
      </pc:sldChg>
      <pc:sldChg chg="modSp">
        <pc:chgData name="José Isauro Ríos Rodríguez" userId="S::jrios@utsalamanca.edu.mx::4d0b03aa-3b38-4bc8-8144-9e23d3e5a9d4" providerId="AD" clId="Web-{C0A2BFC4-EB0E-B4A9-0D89-FA7868BCD39D}" dt="2022-06-13T17:56:29.852" v="19" actId="20577"/>
        <pc:sldMkLst>
          <pc:docMk/>
          <pc:sldMk cId="0" sldId="264"/>
        </pc:sldMkLst>
      </pc:sldChg>
      <pc:sldChg chg="modSp">
        <pc:chgData name="José Isauro Ríos Rodríguez" userId="S::jrios@utsalamanca.edu.mx::4d0b03aa-3b38-4bc8-8144-9e23d3e5a9d4" providerId="AD" clId="Web-{C0A2BFC4-EB0E-B4A9-0D89-FA7868BCD39D}" dt="2022-06-13T17:58:35.125" v="54" actId="20577"/>
        <pc:sldMkLst>
          <pc:docMk/>
          <pc:sldMk cId="0" sldId="265"/>
        </pc:sldMkLst>
      </pc:sldChg>
      <pc:sldChg chg="modSp">
        <pc:chgData name="José Isauro Ríos Rodríguez" userId="S::jrios@utsalamanca.edu.mx::4d0b03aa-3b38-4bc8-8144-9e23d3e5a9d4" providerId="AD" clId="Web-{C0A2BFC4-EB0E-B4A9-0D89-FA7868BCD39D}" dt="2022-06-13T18:02:16.343" v="145" actId="20577"/>
        <pc:sldMkLst>
          <pc:docMk/>
          <pc:sldMk cId="0" sldId="267"/>
        </pc:sldMkLst>
      </pc:sldChg>
    </pc:docChg>
  </pc:docChgLst>
  <pc:docChgLst>
    <pc:chgData name="José Isauro Ríos Rodríguez" userId="4d0b03aa-3b38-4bc8-8144-9e23d3e5a9d4" providerId="ADAL" clId="{B74E4B8D-693E-094C-87FC-44B072F9CFF0}"/>
    <pc:docChg chg="delSld">
      <pc:chgData name="José Isauro Ríos Rodríguez" userId="4d0b03aa-3b38-4bc8-8144-9e23d3e5a9d4" providerId="ADAL" clId="{B74E4B8D-693E-094C-87FC-44B072F9CFF0}" dt="2023-05-27T14:17:55.386" v="0" actId="2696"/>
      <pc:docMkLst>
        <pc:docMk/>
      </pc:docMkLst>
      <pc:sldChg chg="del">
        <pc:chgData name="José Isauro Ríos Rodríguez" userId="4d0b03aa-3b38-4bc8-8144-9e23d3e5a9d4" providerId="ADAL" clId="{B74E4B8D-693E-094C-87FC-44B072F9CFF0}" dt="2023-05-27T14:17:55.386" v="0" actId="2696"/>
        <pc:sldMkLst>
          <pc:docMk/>
          <pc:sldMk cId="1882682660" sldId="273"/>
        </pc:sldMkLst>
      </pc:sldChg>
    </pc:docChg>
  </pc:docChgLst>
  <pc:docChgLst>
    <pc:chgData name="José Isauro Ríos Rodríguez" userId="4d0b03aa-3b38-4bc8-8144-9e23d3e5a9d4" providerId="ADAL" clId="{54EA5363-3A95-784C-9336-6A458FC3E567}"/>
    <pc:docChg chg="custSel modSld">
      <pc:chgData name="José Isauro Ríos Rodríguez" userId="4d0b03aa-3b38-4bc8-8144-9e23d3e5a9d4" providerId="ADAL" clId="{54EA5363-3A95-784C-9336-6A458FC3E567}" dt="2022-06-13T20:13:53.827" v="27" actId="6549"/>
      <pc:docMkLst>
        <pc:docMk/>
      </pc:docMkLst>
      <pc:sldChg chg="addSp delSp modSp mod">
        <pc:chgData name="José Isauro Ríos Rodríguez" userId="4d0b03aa-3b38-4bc8-8144-9e23d3e5a9d4" providerId="ADAL" clId="{54EA5363-3A95-784C-9336-6A458FC3E567}" dt="2022-06-13T20:13:27.089" v="26" actId="20577"/>
        <pc:sldMkLst>
          <pc:docMk/>
          <pc:sldMk cId="0" sldId="267"/>
        </pc:sldMkLst>
      </pc:sldChg>
      <pc:sldChg chg="modSp mod">
        <pc:chgData name="José Isauro Ríos Rodríguez" userId="4d0b03aa-3b38-4bc8-8144-9e23d3e5a9d4" providerId="ADAL" clId="{54EA5363-3A95-784C-9336-6A458FC3E567}" dt="2022-06-13T20:13:53.827" v="27" actId="6549"/>
        <pc:sldMkLst>
          <pc:docMk/>
          <pc:sldMk cId="845397604" sldId="274"/>
        </pc:sldMkLst>
      </pc:sldChg>
    </pc:docChg>
  </pc:docChgLst>
  <pc:docChgLst>
    <pc:chgData name="José Isauro Ríos Rodríguez" userId="4d0b03aa-3b38-4bc8-8144-9e23d3e5a9d4" providerId="ADAL" clId="{F17F708A-0503-1148-97BA-ADD44842D2BF}"/>
    <pc:docChg chg="undo custSel modSld">
      <pc:chgData name="José Isauro Ríos Rodríguez" userId="4d0b03aa-3b38-4bc8-8144-9e23d3e5a9d4" providerId="ADAL" clId="{F17F708A-0503-1148-97BA-ADD44842D2BF}" dt="2023-08-04T18:52:34.627" v="302" actId="14100"/>
      <pc:docMkLst>
        <pc:docMk/>
      </pc:docMkLst>
      <pc:sldChg chg="modSp mod">
        <pc:chgData name="José Isauro Ríos Rodríguez" userId="4d0b03aa-3b38-4bc8-8144-9e23d3e5a9d4" providerId="ADAL" clId="{F17F708A-0503-1148-97BA-ADD44842D2BF}" dt="2023-08-04T18:40:15.346" v="6" actId="115"/>
        <pc:sldMkLst>
          <pc:docMk/>
          <pc:sldMk cId="0" sldId="257"/>
        </pc:sldMkLst>
      </pc:sldChg>
      <pc:sldChg chg="modSp mod">
        <pc:chgData name="José Isauro Ríos Rodríguez" userId="4d0b03aa-3b38-4bc8-8144-9e23d3e5a9d4" providerId="ADAL" clId="{F17F708A-0503-1148-97BA-ADD44842D2BF}" dt="2023-08-04T18:42:28.466" v="81" actId="20577"/>
        <pc:sldMkLst>
          <pc:docMk/>
          <pc:sldMk cId="0" sldId="261"/>
        </pc:sldMkLst>
      </pc:sldChg>
      <pc:sldChg chg="modSp mod">
        <pc:chgData name="José Isauro Ríos Rodríguez" userId="4d0b03aa-3b38-4bc8-8144-9e23d3e5a9d4" providerId="ADAL" clId="{F17F708A-0503-1148-97BA-ADD44842D2BF}" dt="2023-08-04T18:43:51.208" v="134" actId="14100"/>
        <pc:sldMkLst>
          <pc:docMk/>
          <pc:sldMk cId="0" sldId="263"/>
        </pc:sldMkLst>
      </pc:sldChg>
      <pc:sldChg chg="modSp mod">
        <pc:chgData name="José Isauro Ríos Rodríguez" userId="4d0b03aa-3b38-4bc8-8144-9e23d3e5a9d4" providerId="ADAL" clId="{F17F708A-0503-1148-97BA-ADD44842D2BF}" dt="2023-08-04T18:45:02.423" v="145" actId="14100"/>
        <pc:sldMkLst>
          <pc:docMk/>
          <pc:sldMk cId="0" sldId="264"/>
        </pc:sldMkLst>
      </pc:sldChg>
      <pc:sldChg chg="modSp mod">
        <pc:chgData name="José Isauro Ríos Rodríguez" userId="4d0b03aa-3b38-4bc8-8144-9e23d3e5a9d4" providerId="ADAL" clId="{F17F708A-0503-1148-97BA-ADD44842D2BF}" dt="2023-08-04T18:46:48.186" v="199" actId="14100"/>
        <pc:sldMkLst>
          <pc:docMk/>
          <pc:sldMk cId="0" sldId="265"/>
        </pc:sldMkLst>
      </pc:sldChg>
      <pc:sldChg chg="modSp mod">
        <pc:chgData name="José Isauro Ríos Rodríguez" userId="4d0b03aa-3b38-4bc8-8144-9e23d3e5a9d4" providerId="ADAL" clId="{F17F708A-0503-1148-97BA-ADD44842D2BF}" dt="2023-08-04T18:51:57.014" v="297" actId="1076"/>
        <pc:sldMkLst>
          <pc:docMk/>
          <pc:sldMk cId="0" sldId="267"/>
        </pc:sldMkLst>
      </pc:sldChg>
      <pc:sldChg chg="modSp mod">
        <pc:chgData name="José Isauro Ríos Rodríguez" userId="4d0b03aa-3b38-4bc8-8144-9e23d3e5a9d4" providerId="ADAL" clId="{F17F708A-0503-1148-97BA-ADD44842D2BF}" dt="2023-08-04T18:52:34.627" v="302" actId="14100"/>
        <pc:sldMkLst>
          <pc:docMk/>
          <pc:sldMk cId="0" sldId="268"/>
        </pc:sldMkLst>
      </pc:sldChg>
    </pc:docChg>
  </pc:docChgLst>
  <pc:docChgLst>
    <pc:chgData name="José Isauro Ríos Rodríguez" userId="4d0b03aa-3b38-4bc8-8144-9e23d3e5a9d4" providerId="ADAL" clId="{D4AEAAB8-4B30-B54C-8227-56C8D700BB1D}"/>
    <pc:docChg chg="undo custSel addSld delSld modSld sldOrd">
      <pc:chgData name="José Isauro Ríos Rodríguez" userId="4d0b03aa-3b38-4bc8-8144-9e23d3e5a9d4" providerId="ADAL" clId="{D4AEAAB8-4B30-B54C-8227-56C8D700BB1D}" dt="2025-07-07T23:20:22.148" v="147" actId="114"/>
      <pc:docMkLst>
        <pc:docMk/>
      </pc:docMkLst>
      <pc:sldChg chg="modSp mod">
        <pc:chgData name="José Isauro Ríos Rodríguez" userId="4d0b03aa-3b38-4bc8-8144-9e23d3e5a9d4" providerId="ADAL" clId="{D4AEAAB8-4B30-B54C-8227-56C8D700BB1D}" dt="2025-07-07T23:04:00.829" v="13" actId="20577"/>
        <pc:sldMkLst>
          <pc:docMk/>
          <pc:sldMk cId="0" sldId="257"/>
        </pc:sldMkLst>
      </pc:sldChg>
      <pc:sldChg chg="modSp mod ord">
        <pc:chgData name="José Isauro Ríos Rodríguez" userId="4d0b03aa-3b38-4bc8-8144-9e23d3e5a9d4" providerId="ADAL" clId="{D4AEAAB8-4B30-B54C-8227-56C8D700BB1D}" dt="2025-07-07T23:20:22.148" v="147" actId="114"/>
        <pc:sldMkLst>
          <pc:docMk/>
          <pc:sldMk cId="0" sldId="263"/>
        </pc:sldMkLst>
      </pc:sldChg>
      <pc:sldChg chg="addSp delSp modSp mod ord">
        <pc:chgData name="José Isauro Ríos Rodríguez" userId="4d0b03aa-3b38-4bc8-8144-9e23d3e5a9d4" providerId="ADAL" clId="{D4AEAAB8-4B30-B54C-8227-56C8D700BB1D}" dt="2025-07-07T23:18:57.108" v="144" actId="20577"/>
        <pc:sldMkLst>
          <pc:docMk/>
          <pc:sldMk cId="0" sldId="264"/>
        </pc:sldMkLst>
      </pc:sldChg>
      <pc:sldChg chg="addSp delSp modSp mod ord">
        <pc:chgData name="José Isauro Ríos Rodríguez" userId="4d0b03aa-3b38-4bc8-8144-9e23d3e5a9d4" providerId="ADAL" clId="{D4AEAAB8-4B30-B54C-8227-56C8D700BB1D}" dt="2025-07-07T23:16:20.786" v="125" actId="1076"/>
        <pc:sldMkLst>
          <pc:docMk/>
          <pc:sldMk cId="0" sldId="269"/>
        </pc:sldMkLst>
      </pc:sldChg>
      <pc:sldChg chg="addSp delSp modSp mod">
        <pc:chgData name="José Isauro Ríos Rodríguez" userId="4d0b03aa-3b38-4bc8-8144-9e23d3e5a9d4" providerId="ADAL" clId="{D4AEAAB8-4B30-B54C-8227-56C8D700BB1D}" dt="2025-07-07T23:12:33.979" v="92" actId="113"/>
        <pc:sldMkLst>
          <pc:docMk/>
          <pc:sldMk cId="2142041367" sldId="275"/>
        </pc:sldMkLst>
      </pc:sldChg>
      <pc:sldChg chg="del">
        <pc:chgData name="José Isauro Ríos Rodríguez" userId="4d0b03aa-3b38-4bc8-8144-9e23d3e5a9d4" providerId="ADAL" clId="{D4AEAAB8-4B30-B54C-8227-56C8D700BB1D}" dt="2025-07-07T23:06:32.890" v="37" actId="2696"/>
        <pc:sldMkLst>
          <pc:docMk/>
          <pc:sldMk cId="1653976213" sldId="276"/>
        </pc:sldMkLst>
      </pc:sldChg>
      <pc:sldChg chg="add del setBg">
        <pc:chgData name="José Isauro Ríos Rodríguez" userId="4d0b03aa-3b38-4bc8-8144-9e23d3e5a9d4" providerId="ADAL" clId="{D4AEAAB8-4B30-B54C-8227-56C8D700BB1D}" dt="2025-07-07T23:06:43.589" v="39"/>
        <pc:sldMkLst>
          <pc:docMk/>
          <pc:sldMk cId="3422098767" sldId="276"/>
        </pc:sldMkLst>
      </pc:sldChg>
      <pc:sldChg chg="add">
        <pc:chgData name="José Isauro Ríos Rodríguez" userId="4d0b03aa-3b38-4bc8-8144-9e23d3e5a9d4" providerId="ADAL" clId="{D4AEAAB8-4B30-B54C-8227-56C8D700BB1D}" dt="2025-07-07T23:06:47.168" v="40" actId="2890"/>
        <pc:sldMkLst>
          <pc:docMk/>
          <pc:sldMk cId="3629521667" sldId="276"/>
        </pc:sldMkLst>
      </pc:sldChg>
      <pc:sldChg chg="add">
        <pc:chgData name="José Isauro Ríos Rodríguez" userId="4d0b03aa-3b38-4bc8-8144-9e23d3e5a9d4" providerId="ADAL" clId="{D4AEAAB8-4B30-B54C-8227-56C8D700BB1D}" dt="2025-07-07T23:10:56.999" v="81" actId="2890"/>
        <pc:sldMkLst>
          <pc:docMk/>
          <pc:sldMk cId="2832113671" sldId="277"/>
        </pc:sldMkLst>
      </pc:sldChg>
      <pc:sldChg chg="add">
        <pc:chgData name="José Isauro Ríos Rodríguez" userId="4d0b03aa-3b38-4bc8-8144-9e23d3e5a9d4" providerId="ADAL" clId="{D4AEAAB8-4B30-B54C-8227-56C8D700BB1D}" dt="2025-07-07T23:17:08.234" v="126" actId="2890"/>
        <pc:sldMkLst>
          <pc:docMk/>
          <pc:sldMk cId="3586190690" sldId="278"/>
        </pc:sldMkLst>
      </pc:sldChg>
    </pc:docChg>
  </pc:docChgLst>
  <pc:docChgLst>
    <pc:chgData name="José Isauro Ríos Rodríguez" userId="4d0b03aa-3b38-4bc8-8144-9e23d3e5a9d4" providerId="ADAL" clId="{8CC4782E-F690-4BE6-B428-436D71769C5B}"/>
    <pc:docChg chg="custSel modSld">
      <pc:chgData name="José Isauro Ríos Rodríguez" userId="4d0b03aa-3b38-4bc8-8144-9e23d3e5a9d4" providerId="ADAL" clId="{8CC4782E-F690-4BE6-B428-436D71769C5B}" dt="2021-12-04T17:39:51.695" v="155" actId="20577"/>
      <pc:docMkLst>
        <pc:docMk/>
      </pc:docMkLst>
      <pc:sldChg chg="modSp mod">
        <pc:chgData name="José Isauro Ríos Rodríguez" userId="4d0b03aa-3b38-4bc8-8144-9e23d3e5a9d4" providerId="ADAL" clId="{8CC4782E-F690-4BE6-B428-436D71769C5B}" dt="2021-12-04T16:56:14.614" v="0" actId="688"/>
        <pc:sldMkLst>
          <pc:docMk/>
          <pc:sldMk cId="0" sldId="257"/>
        </pc:sldMkLst>
      </pc:sldChg>
      <pc:sldChg chg="modSp mod">
        <pc:chgData name="José Isauro Ríos Rodríguez" userId="4d0b03aa-3b38-4bc8-8144-9e23d3e5a9d4" providerId="ADAL" clId="{8CC4782E-F690-4BE6-B428-436D71769C5B}" dt="2021-12-04T16:56:30.407" v="2" actId="688"/>
        <pc:sldMkLst>
          <pc:docMk/>
          <pc:sldMk cId="0" sldId="261"/>
        </pc:sldMkLst>
      </pc:sldChg>
      <pc:sldChg chg="modSp mod">
        <pc:chgData name="José Isauro Ríos Rodríguez" userId="4d0b03aa-3b38-4bc8-8144-9e23d3e5a9d4" providerId="ADAL" clId="{8CC4782E-F690-4BE6-B428-436D71769C5B}" dt="2021-12-04T16:56:44.092" v="3" actId="688"/>
        <pc:sldMkLst>
          <pc:docMk/>
          <pc:sldMk cId="0" sldId="268"/>
        </pc:sldMkLst>
      </pc:sldChg>
      <pc:sldChg chg="modSp mod">
        <pc:chgData name="José Isauro Ríos Rodríguez" userId="4d0b03aa-3b38-4bc8-8144-9e23d3e5a9d4" providerId="ADAL" clId="{8CC4782E-F690-4BE6-B428-436D71769C5B}" dt="2021-12-04T16:57:58.153" v="5"/>
        <pc:sldMkLst>
          <pc:docMk/>
          <pc:sldMk cId="1882682660" sldId="273"/>
        </pc:sldMkLst>
      </pc:sldChg>
      <pc:sldChg chg="modSp mod">
        <pc:chgData name="José Isauro Ríos Rodríguez" userId="4d0b03aa-3b38-4bc8-8144-9e23d3e5a9d4" providerId="ADAL" clId="{8CC4782E-F690-4BE6-B428-436D71769C5B}" dt="2021-12-04T17:39:51.695" v="155" actId="20577"/>
        <pc:sldMkLst>
          <pc:docMk/>
          <pc:sldMk cId="845397604" sldId="274"/>
        </pc:sldMkLst>
      </pc:sldChg>
    </pc:docChg>
  </pc:docChgLst>
  <pc:docChgLst>
    <pc:chgData name="José Isauro Ríos Rodríguez" userId="4d0b03aa-3b38-4bc8-8144-9e23d3e5a9d4" providerId="ADAL" clId="{4C7E3AE2-70FC-4A65-BD6C-721348B09397}"/>
    <pc:docChg chg="undo redo custSel modSld">
      <pc:chgData name="José Isauro Ríos Rodríguez" userId="4d0b03aa-3b38-4bc8-8144-9e23d3e5a9d4" providerId="ADAL" clId="{4C7E3AE2-70FC-4A65-BD6C-721348B09397}" dt="2022-02-23T02:37:00.512" v="97" actId="113"/>
      <pc:docMkLst>
        <pc:docMk/>
      </pc:docMkLst>
      <pc:sldChg chg="modSp mod">
        <pc:chgData name="José Isauro Ríos Rodríguez" userId="4d0b03aa-3b38-4bc8-8144-9e23d3e5a9d4" providerId="ADAL" clId="{4C7E3AE2-70FC-4A65-BD6C-721348B09397}" dt="2022-02-22T16:29:31.011" v="94" actId="113"/>
        <pc:sldMkLst>
          <pc:docMk/>
          <pc:sldMk cId="0" sldId="257"/>
        </pc:sldMkLst>
      </pc:sldChg>
      <pc:sldChg chg="modSp mod">
        <pc:chgData name="José Isauro Ríos Rodríguez" userId="4d0b03aa-3b38-4bc8-8144-9e23d3e5a9d4" providerId="ADAL" clId="{4C7E3AE2-70FC-4A65-BD6C-721348B09397}" dt="2022-02-22T16:27:47.862" v="61" actId="1038"/>
        <pc:sldMkLst>
          <pc:docMk/>
          <pc:sldMk cId="0" sldId="261"/>
        </pc:sldMkLst>
      </pc:sldChg>
      <pc:sldChg chg="modSp mod">
        <pc:chgData name="José Isauro Ríos Rodríguez" userId="4d0b03aa-3b38-4bc8-8144-9e23d3e5a9d4" providerId="ADAL" clId="{4C7E3AE2-70FC-4A65-BD6C-721348B09397}" dt="2022-02-22T16:27:38.717" v="36" actId="14100"/>
        <pc:sldMkLst>
          <pc:docMk/>
          <pc:sldMk cId="0" sldId="263"/>
        </pc:sldMkLst>
      </pc:sldChg>
      <pc:sldChg chg="modSp mod">
        <pc:chgData name="José Isauro Ríos Rodríguez" userId="4d0b03aa-3b38-4bc8-8144-9e23d3e5a9d4" providerId="ADAL" clId="{4C7E3AE2-70FC-4A65-BD6C-721348B09397}" dt="2022-02-22T16:26:03.177" v="24" actId="113"/>
        <pc:sldMkLst>
          <pc:docMk/>
          <pc:sldMk cId="0" sldId="264"/>
        </pc:sldMkLst>
      </pc:sldChg>
      <pc:sldChg chg="modSp mod">
        <pc:chgData name="José Isauro Ríos Rodríguez" userId="4d0b03aa-3b38-4bc8-8144-9e23d3e5a9d4" providerId="ADAL" clId="{4C7E3AE2-70FC-4A65-BD6C-721348B09397}" dt="2022-02-22T16:27:40.471" v="38" actId="114"/>
        <pc:sldMkLst>
          <pc:docMk/>
          <pc:sldMk cId="0" sldId="265"/>
        </pc:sldMkLst>
      </pc:sldChg>
      <pc:sldChg chg="modSp mod">
        <pc:chgData name="José Isauro Ríos Rodríguez" userId="4d0b03aa-3b38-4bc8-8144-9e23d3e5a9d4" providerId="ADAL" clId="{4C7E3AE2-70FC-4A65-BD6C-721348B09397}" dt="2022-02-23T02:37:00.512" v="97" actId="113"/>
        <pc:sldMkLst>
          <pc:docMk/>
          <pc:sldMk cId="0" sldId="268"/>
        </pc:sldMkLst>
      </pc:sldChg>
      <pc:sldChg chg="modSp mod">
        <pc:chgData name="José Isauro Ríos Rodríguez" userId="4d0b03aa-3b38-4bc8-8144-9e23d3e5a9d4" providerId="ADAL" clId="{4C7E3AE2-70FC-4A65-BD6C-721348B09397}" dt="2022-02-22T16:28:31.062" v="89" actId="1037"/>
        <pc:sldMkLst>
          <pc:docMk/>
          <pc:sldMk cId="0" sldId="269"/>
        </pc:sldMkLst>
      </pc:sldChg>
      <pc:sldChg chg="modSp mod">
        <pc:chgData name="José Isauro Ríos Rodríguez" userId="4d0b03aa-3b38-4bc8-8144-9e23d3e5a9d4" providerId="ADAL" clId="{4C7E3AE2-70FC-4A65-BD6C-721348B09397}" dt="2022-02-22T16:28:47.205" v="90" actId="1076"/>
        <pc:sldMkLst>
          <pc:docMk/>
          <pc:sldMk cId="845397604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41CFABFF-13F8-A906-651F-66932A2B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>
            <a:extLst>
              <a:ext uri="{FF2B5EF4-FFF2-40B4-BE49-F238E27FC236}">
                <a16:creationId xmlns:a16="http://schemas.microsoft.com/office/drawing/2014/main" id="{EAC8040A-7D1A-0224-1933-6729D1C4A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>
            <a:extLst>
              <a:ext uri="{FF2B5EF4-FFF2-40B4-BE49-F238E27FC236}">
                <a16:creationId xmlns:a16="http://schemas.microsoft.com/office/drawing/2014/main" id="{533A7435-694C-09A1-5A73-BCB651EF1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09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C7FA601-EBBA-DE55-3144-B4170F52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>
            <a:extLst>
              <a:ext uri="{FF2B5EF4-FFF2-40B4-BE49-F238E27FC236}">
                <a16:creationId xmlns:a16="http://schemas.microsoft.com/office/drawing/2014/main" id="{C2EA8846-0C52-4824-1D17-4370A1F6A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>
            <a:extLst>
              <a:ext uri="{FF2B5EF4-FFF2-40B4-BE49-F238E27FC236}">
                <a16:creationId xmlns:a16="http://schemas.microsoft.com/office/drawing/2014/main" id="{1BEAA4B9-AA2F-A638-9D5C-10C03A471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17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528397D-FBA5-F862-79EA-C8729B6B2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>
            <a:extLst>
              <a:ext uri="{FF2B5EF4-FFF2-40B4-BE49-F238E27FC236}">
                <a16:creationId xmlns:a16="http://schemas.microsoft.com/office/drawing/2014/main" id="{201FB233-C641-BCEE-2C08-2E4F0F98D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>
            <a:extLst>
              <a:ext uri="{FF2B5EF4-FFF2-40B4-BE49-F238E27FC236}">
                <a16:creationId xmlns:a16="http://schemas.microsoft.com/office/drawing/2014/main" id="{C15EE666-6611-F553-2B50-132B229A4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066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106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039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4B9E039-9028-A02F-276E-62E1C5A9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>
            <a:extLst>
              <a:ext uri="{FF2B5EF4-FFF2-40B4-BE49-F238E27FC236}">
                <a16:creationId xmlns:a16="http://schemas.microsoft.com/office/drawing/2014/main" id="{C84A0119-EC14-C69E-0F71-C071E16BB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>
            <a:extLst>
              <a:ext uri="{FF2B5EF4-FFF2-40B4-BE49-F238E27FC236}">
                <a16:creationId xmlns:a16="http://schemas.microsoft.com/office/drawing/2014/main" id="{C2EDED30-002E-C661-DBE0-1578DFA33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97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391C7542-B193-B728-3686-4D4CAB4F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>
            <a:extLst>
              <a:ext uri="{FF2B5EF4-FFF2-40B4-BE49-F238E27FC236}">
                <a16:creationId xmlns:a16="http://schemas.microsoft.com/office/drawing/2014/main" id="{51B64937-0EE5-BA0F-2BA1-B31A7A3FFF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>
            <a:extLst>
              <a:ext uri="{FF2B5EF4-FFF2-40B4-BE49-F238E27FC236}">
                <a16:creationId xmlns:a16="http://schemas.microsoft.com/office/drawing/2014/main" id="{3BB1779E-E225-B5DE-1C0C-8465A24C4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353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 descr="comic-04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1315275" y="9212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010475" y="6164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ape 25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Shape 26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×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hape 31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1073625" y="1550125"/>
            <a:ext cx="3396300" cy="266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4674251" y="1550125"/>
            <a:ext cx="3396300" cy="266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Shape 38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Shape 39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902950" y="1556175"/>
            <a:ext cx="2295300" cy="282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3315993" y="1556175"/>
            <a:ext cx="2295300" cy="282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5729035" y="1556175"/>
            <a:ext cx="2295300" cy="282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Shape 46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Shape 47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Shape 56" descr="comic-03.png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0A7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niglet"/>
              <a:buChar char="×"/>
              <a:defRPr sz="3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6" r:id="rId6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C4CA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ctrTitle"/>
          </p:nvPr>
        </p:nvSpPr>
        <p:spPr>
          <a:xfrm>
            <a:off x="2482915" y="1968264"/>
            <a:ext cx="4271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Comparative and superlative</a:t>
            </a:r>
            <a:endParaRPr sz="5400"/>
          </a:p>
        </p:txBody>
      </p:sp>
      <p:pic>
        <p:nvPicPr>
          <p:cNvPr id="3" name="Imagen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809" y="3414154"/>
            <a:ext cx="688728" cy="543558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02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93"/>
          <p:cNvSpPr txBox="1">
            <a:spLocks/>
          </p:cNvSpPr>
          <p:nvPr/>
        </p:nvSpPr>
        <p:spPr>
          <a:xfrm>
            <a:off x="920436" y="1540565"/>
            <a:ext cx="7052126" cy="3299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800">
                <a:solidFill>
                  <a:schemeClr val="dk1"/>
                </a:solidFill>
                <a:latin typeface="Sniglet"/>
              </a:rPr>
              <a:t>We use as + adjective/adverb + as to make comparisons when the things we are comparing are equal in some way:</a:t>
            </a:r>
          </a:p>
          <a:p>
            <a:endParaRPr lang="es-MX" sz="1800">
              <a:solidFill>
                <a:schemeClr val="dk1"/>
              </a:solidFill>
              <a:latin typeface="Sniglet"/>
            </a:endParaRP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The world’s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biggest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bull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is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big as 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a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small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elephant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The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weather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this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summer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is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bad as 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last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year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 It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hasn’t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stopped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raining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for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weeks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You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have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to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unwrap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 it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</a:t>
            </a:r>
            <a:r>
              <a:rPr lang="es-MX" sz="1800" b="1" err="1">
                <a:solidFill>
                  <a:schemeClr val="dk1"/>
                </a:solidFill>
                <a:latin typeface="Sniglet"/>
              </a:rPr>
              <a:t>carefully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 as 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you can. It’s quite </a:t>
            </a:r>
            <a:r>
              <a:rPr lang="es-MX" sz="1800" err="1">
                <a:solidFill>
                  <a:schemeClr val="dk1"/>
                </a:solidFill>
                <a:latin typeface="Sniglet"/>
              </a:rPr>
              <a:t>fragile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1800">
              <a:solidFill>
                <a:schemeClr val="dk1"/>
              </a:solidFill>
              <a:latin typeface="Sniglet"/>
            </a:endParaRPr>
          </a:p>
          <a:p>
            <a:endParaRPr lang="en-US" sz="1800">
              <a:solidFill>
                <a:schemeClr val="dk1"/>
              </a:solidFill>
              <a:latin typeface="Sniglet"/>
            </a:endParaRPr>
          </a:p>
        </p:txBody>
      </p:sp>
      <p:pic>
        <p:nvPicPr>
          <p:cNvPr id="8" name="Imagen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97" y="4120944"/>
            <a:ext cx="569541" cy="452285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Shape 66">
            <a:extLst>
              <a:ext uri="{FF2B5EF4-FFF2-40B4-BE49-F238E27FC236}">
                <a16:creationId xmlns:a16="http://schemas.microsoft.com/office/drawing/2014/main" id="{43CC4E47-FC8A-0888-EE90-C21F8208B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20000">
            <a:off x="931560" y="6806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/>
              <a:t>As … AS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214204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1" y="1017429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7" name="Shape 93">
            <a:extLst>
              <a:ext uri="{FF2B5EF4-FFF2-40B4-BE49-F238E27FC236}">
                <a16:creationId xmlns:a16="http://schemas.microsoft.com/office/drawing/2014/main" id="{DFC09D58-0DA4-0C41-03FB-B1A5D781B329}"/>
              </a:ext>
            </a:extLst>
          </p:cNvPr>
          <p:cNvSpPr txBox="1">
            <a:spLocks/>
          </p:cNvSpPr>
          <p:nvPr/>
        </p:nvSpPr>
        <p:spPr>
          <a:xfrm>
            <a:off x="920436" y="1540565"/>
            <a:ext cx="7052126" cy="3299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600">
                <a:solidFill>
                  <a:schemeClr val="dk1"/>
                </a:solidFill>
                <a:latin typeface="Sniglet"/>
              </a:rPr>
              <a:t>We use not as … as to make comparisons between things which aren’t equal:</a:t>
            </a:r>
            <a:br>
              <a:rPr lang="es-MX" sz="1600"/>
            </a:br>
            <a:endParaRPr lang="es-MX" sz="1600">
              <a:solidFill>
                <a:schemeClr val="dk1"/>
              </a:solidFill>
              <a:latin typeface="Sniglet"/>
            </a:endParaRP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600">
                <a:solidFill>
                  <a:schemeClr val="dk1"/>
                </a:solidFill>
                <a:latin typeface="Sniglet"/>
              </a:rPr>
              <a:t>It’s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not as heavy as 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I thought it would be, actually.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600">
                <a:solidFill>
                  <a:schemeClr val="dk1"/>
                </a:solidFill>
                <a:latin typeface="Sniglet"/>
              </a:rPr>
              <a:t>Rory 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hasn’t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 grown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as tall as 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Tommy yet.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600">
                <a:solidFill>
                  <a:schemeClr val="dk1"/>
                </a:solidFill>
                <a:latin typeface="Sniglet"/>
              </a:rPr>
              <a:t>She’s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not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 singing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as loudly as 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she can.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600">
                <a:solidFill>
                  <a:schemeClr val="dk1"/>
                </a:solidFill>
                <a:latin typeface="Sniglet"/>
              </a:rPr>
              <a:t>They 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didn’t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 play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as well as 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they usually do.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endParaRPr lang="es-MX" sz="1600">
              <a:solidFill>
                <a:schemeClr val="dk1"/>
              </a:solidFill>
              <a:latin typeface="Sniglet"/>
            </a:endParaRPr>
          </a:p>
          <a:p>
            <a:r>
              <a:rPr lang="es-MX" sz="1600">
                <a:solidFill>
                  <a:schemeClr val="dk1"/>
                </a:solidFill>
                <a:latin typeface="Sniglet"/>
              </a:rPr>
              <a:t>We can also use not so … as. Not so … as is less common than not as … as:</a:t>
            </a:r>
          </a:p>
          <a:p>
            <a:endParaRPr lang="es-MX" sz="1600">
              <a:solidFill>
                <a:schemeClr val="dk1"/>
              </a:solidFill>
              <a:latin typeface="Sniglet"/>
            </a:endParaRP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600">
                <a:solidFill>
                  <a:schemeClr val="dk1"/>
                </a:solidFill>
                <a:latin typeface="Sniglet"/>
              </a:rPr>
              <a:t>The cycling was good but </a:t>
            </a:r>
            <a:r>
              <a:rPr lang="es-MX" sz="1600" b="1">
                <a:solidFill>
                  <a:schemeClr val="dk1"/>
                </a:solidFill>
                <a:latin typeface="Sniglet"/>
              </a:rPr>
              <a:t>not so hard as </a:t>
            </a:r>
            <a:r>
              <a:rPr lang="es-MX" sz="1600">
                <a:solidFill>
                  <a:schemeClr val="dk1"/>
                </a:solidFill>
                <a:latin typeface="Sniglet"/>
              </a:rPr>
              <a:t>the cross country skiing we did.</a:t>
            </a:r>
          </a:p>
          <a:p>
            <a:endParaRPr lang="en-US" sz="1600">
              <a:solidFill>
                <a:schemeClr val="dk1"/>
              </a:solidFill>
              <a:latin typeface="Sniglet"/>
            </a:endParaRPr>
          </a:p>
          <a:p>
            <a:endParaRPr lang="en-US" sz="1600">
              <a:solidFill>
                <a:schemeClr val="dk1"/>
              </a:solidFill>
              <a:latin typeface="Sniglet"/>
            </a:endParaRPr>
          </a:p>
        </p:txBody>
      </p:sp>
      <p:sp>
        <p:nvSpPr>
          <p:cNvPr id="8" name="Shape 66">
            <a:extLst>
              <a:ext uri="{FF2B5EF4-FFF2-40B4-BE49-F238E27FC236}">
                <a16:creationId xmlns:a16="http://schemas.microsoft.com/office/drawing/2014/main" id="{657609A1-50B1-BFDB-9BD1-26A2B1AD9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20000">
            <a:off x="931560" y="6806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/>
              <a:t>Not As … AS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965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93"/>
          <p:cNvSpPr txBox="1">
            <a:spLocks noGrp="1"/>
          </p:cNvSpPr>
          <p:nvPr>
            <p:ph type="body" idx="1"/>
          </p:nvPr>
        </p:nvSpPr>
        <p:spPr>
          <a:xfrm>
            <a:off x="727587" y="806245"/>
            <a:ext cx="7292563" cy="4043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s-MX" sz="1800"/>
              <a:t>We can modify </a:t>
            </a:r>
            <a:r>
              <a:rPr lang="es-MX" sz="1800" i="1"/>
              <a:t>not</a:t>
            </a:r>
            <a:r>
              <a:rPr lang="es-MX" sz="1800"/>
              <a:t> </a:t>
            </a:r>
            <a:r>
              <a:rPr lang="es-MX" sz="1800" i="1"/>
              <a:t>as … as</a:t>
            </a:r>
            <a:r>
              <a:rPr lang="es-MX" sz="1800"/>
              <a:t> by using </a:t>
            </a:r>
            <a:r>
              <a:rPr lang="es-MX" sz="1800" i="1"/>
              <a:t>not quite as</a:t>
            </a:r>
            <a:r>
              <a:rPr lang="es-MX" sz="1800"/>
              <a:t> or </a:t>
            </a:r>
            <a:r>
              <a:rPr lang="es-MX" sz="1800" i="1"/>
              <a:t>not nearly as</a:t>
            </a:r>
            <a:r>
              <a:rPr lang="es-MX" sz="1800"/>
              <a:t>:</a:t>
            </a:r>
          </a:p>
          <a:p>
            <a:pPr marL="88900" indent="0">
              <a:buNone/>
            </a:pPr>
            <a:endParaRPr lang="es-MX" sz="1800"/>
          </a:p>
          <a:p>
            <a:r>
              <a:rPr lang="es-MX" sz="1800"/>
              <a:t>The second race was </a:t>
            </a:r>
            <a:r>
              <a:rPr lang="es-MX" sz="1800" b="1"/>
              <a:t>not quite as easy as</a:t>
            </a:r>
            <a:r>
              <a:rPr lang="es-MX" sz="1800"/>
              <a:t> the first one. (The second race was easy but the first one was easier.)</a:t>
            </a:r>
          </a:p>
          <a:p>
            <a:r>
              <a:rPr lang="es-MX" sz="1800"/>
              <a:t>These new shoes are </a:t>
            </a:r>
            <a:r>
              <a:rPr lang="es-MX" sz="1800" b="1"/>
              <a:t>not nearly as comfortable as</a:t>
            </a:r>
            <a:r>
              <a:rPr lang="es-MX" sz="1800"/>
              <a:t> my old ones. (My old shoes are a lot more comfortable than these new shoes.)</a:t>
            </a:r>
          </a:p>
        </p:txBody>
      </p:sp>
      <p:pic>
        <p:nvPicPr>
          <p:cNvPr id="9" name="Imagen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C4C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404E1782-5F2D-E726-01DF-09F4312FD9C4}"/>
              </a:ext>
            </a:extLst>
          </p:cNvPr>
          <p:cNvSpPr txBox="1">
            <a:spLocks/>
          </p:cNvSpPr>
          <p:nvPr/>
        </p:nvSpPr>
        <p:spPr>
          <a:xfrm>
            <a:off x="920436" y="1540565"/>
            <a:ext cx="7052126" cy="3299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800">
                <a:solidFill>
                  <a:schemeClr val="dk1"/>
                </a:solidFill>
                <a:latin typeface="Sniglet"/>
              </a:rPr>
              <a:t>We often use expressions of possibility or ability after as … as:</a:t>
            </a:r>
          </a:p>
          <a:p>
            <a:endParaRPr lang="es-MX" sz="1800">
              <a:solidFill>
                <a:schemeClr val="dk1"/>
              </a:solidFill>
              <a:latin typeface="Sniglet"/>
            </a:endParaRP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Can you come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soon as possible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?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Go to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many places as you can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1800">
                <a:solidFill>
                  <a:schemeClr val="dk1"/>
                </a:solidFill>
                <a:latin typeface="Sniglet"/>
              </a:rPr>
              <a:t>We got here </a:t>
            </a:r>
            <a:r>
              <a:rPr lang="es-MX" sz="1800" b="1">
                <a:solidFill>
                  <a:schemeClr val="dk1"/>
                </a:solidFill>
                <a:latin typeface="Sniglet"/>
              </a:rPr>
              <a:t>as fast as we could</a:t>
            </a:r>
            <a:r>
              <a:rPr lang="es-MX" sz="1800">
                <a:solidFill>
                  <a:schemeClr val="dk1"/>
                </a:solidFill>
                <a:latin typeface="Sniglet"/>
              </a:rPr>
              <a:t>.</a:t>
            </a:r>
          </a:p>
        </p:txBody>
      </p:sp>
      <p:sp>
        <p:nvSpPr>
          <p:cNvPr id="5" name="Shape 66">
            <a:extLst>
              <a:ext uri="{FF2B5EF4-FFF2-40B4-BE49-F238E27FC236}">
                <a16:creationId xmlns:a16="http://schemas.microsoft.com/office/drawing/2014/main" id="{2BF7ABF8-6196-1E33-FCA8-B34C46821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20000">
            <a:off x="931560" y="6806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MX" b="1" i="1"/>
              <a:t>As … as</a:t>
            </a:r>
            <a:r>
              <a:rPr lang="es-MX" b="1"/>
              <a:t>  + possibility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7E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 rot="120000">
            <a:off x="931560" y="680606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/>
              <a:t>Forming regular comparatives and superlatives</a:t>
            </a:r>
            <a:endParaRPr sz="2800"/>
          </a:p>
        </p:txBody>
      </p:sp>
      <p:sp>
        <p:nvSpPr>
          <p:cNvPr id="67" name="Shape 67"/>
          <p:cNvSpPr txBox="1">
            <a:spLocks noGrp="1"/>
          </p:cNvSpPr>
          <p:nvPr>
            <p:ph type="body" idx="2"/>
          </p:nvPr>
        </p:nvSpPr>
        <p:spPr>
          <a:xfrm>
            <a:off x="917575" y="1474250"/>
            <a:ext cx="7057848" cy="26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800">
                <a:solidFill>
                  <a:srgbClr val="000000"/>
                </a:solidFill>
              </a:rPr>
              <a:t>We use </a:t>
            </a:r>
            <a:r>
              <a:rPr lang="en-US" sz="1800" b="1">
                <a:solidFill>
                  <a:srgbClr val="000000"/>
                </a:solidFill>
              </a:rPr>
              <a:t>comparatives</a:t>
            </a:r>
            <a:r>
              <a:rPr lang="en-US" sz="1800">
                <a:solidFill>
                  <a:srgbClr val="000000"/>
                </a:solidFill>
              </a:rPr>
              <a:t> to compare </a:t>
            </a:r>
            <a:r>
              <a:rPr lang="en-US" sz="1800" u="sng">
                <a:solidFill>
                  <a:srgbClr val="000000"/>
                </a:solidFill>
              </a:rPr>
              <a:t>two things or two people</a:t>
            </a:r>
            <a:r>
              <a:rPr lang="en-US" sz="1800">
                <a:solidFill>
                  <a:srgbClr val="000000"/>
                </a:solidFill>
              </a:rPr>
              <a:t>. (</a:t>
            </a:r>
            <a:r>
              <a:rPr lang="en-US" sz="1800" err="1">
                <a:solidFill>
                  <a:srgbClr val="000000"/>
                </a:solidFill>
              </a:rPr>
              <a:t>e.g</a:t>
            </a: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 i="1">
                <a:solidFill>
                  <a:srgbClr val="000000"/>
                </a:solidFill>
              </a:rPr>
              <a:t>She</a:t>
            </a:r>
            <a:r>
              <a:rPr lang="en-US" sz="1800">
                <a:solidFill>
                  <a:srgbClr val="000000"/>
                </a:solidFill>
              </a:rPr>
              <a:t> is </a:t>
            </a:r>
            <a:r>
              <a:rPr lang="en-US" sz="1800" u="sng">
                <a:solidFill>
                  <a:srgbClr val="000000"/>
                </a:solidFill>
              </a:rPr>
              <a:t>taller</a:t>
            </a:r>
            <a:r>
              <a:rPr lang="en-US" sz="1800">
                <a:solidFill>
                  <a:srgbClr val="000000"/>
                </a:solidFill>
              </a:rPr>
              <a:t> than </a:t>
            </a:r>
            <a:r>
              <a:rPr lang="en-US" sz="1800" i="1">
                <a:solidFill>
                  <a:srgbClr val="000000"/>
                </a:solidFill>
              </a:rPr>
              <a:t>her husband</a:t>
            </a:r>
            <a:r>
              <a:rPr lang="en-US" sz="1800">
                <a:solidFill>
                  <a:srgbClr val="000000"/>
                </a:solidFill>
              </a:rPr>
              <a:t>.)</a:t>
            </a:r>
          </a:p>
          <a:p>
            <a:pPr marL="285750" indent="-285750"/>
            <a:r>
              <a:rPr lang="en-US" sz="1800" b="1">
                <a:solidFill>
                  <a:srgbClr val="000000"/>
                </a:solidFill>
              </a:rPr>
              <a:t>Superlatives</a:t>
            </a:r>
            <a:r>
              <a:rPr lang="en-US" sz="1800">
                <a:solidFill>
                  <a:srgbClr val="000000"/>
                </a:solidFill>
              </a:rPr>
              <a:t> are used, however, to show the difference between </a:t>
            </a:r>
            <a:r>
              <a:rPr lang="en-US" sz="1800" u="sng">
                <a:solidFill>
                  <a:srgbClr val="000000"/>
                </a:solidFill>
              </a:rPr>
              <a:t>more than two things </a:t>
            </a:r>
            <a:r>
              <a:rPr lang="en-US" sz="1800">
                <a:solidFill>
                  <a:srgbClr val="000000"/>
                </a:solidFill>
              </a:rPr>
              <a:t>or more than two people. (</a:t>
            </a:r>
            <a:r>
              <a:rPr lang="en-US" sz="1800" err="1">
                <a:solidFill>
                  <a:srgbClr val="000000"/>
                </a:solidFill>
              </a:rPr>
              <a:t>e.g</a:t>
            </a: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 i="1">
                <a:solidFill>
                  <a:srgbClr val="000000"/>
                </a:solidFill>
              </a:rPr>
              <a:t>Paris</a:t>
            </a:r>
            <a:r>
              <a:rPr lang="en-US" sz="1800">
                <a:solidFill>
                  <a:srgbClr val="000000"/>
                </a:solidFill>
              </a:rPr>
              <a:t> is the </a:t>
            </a:r>
            <a:r>
              <a:rPr lang="en-US" sz="1800" u="sng">
                <a:solidFill>
                  <a:srgbClr val="000000"/>
                </a:solidFill>
              </a:rPr>
              <a:t>biggest</a:t>
            </a:r>
            <a:r>
              <a:rPr lang="en-US" sz="1800">
                <a:solidFill>
                  <a:srgbClr val="000000"/>
                </a:solidFill>
              </a:rPr>
              <a:t> city in France)</a:t>
            </a:r>
          </a:p>
          <a:p>
            <a:pPr marL="285750" indent="-285750"/>
            <a:r>
              <a:rPr lang="en-US" sz="1800">
                <a:solidFill>
                  <a:srgbClr val="000000"/>
                </a:solidFill>
              </a:rPr>
              <a:t>To form comparatives and superlatives you need to know the number of the syllables in the adjective. 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8" name="Imagen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301" y="3769111"/>
            <a:ext cx="800241" cy="614301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47251" y="1545950"/>
            <a:ext cx="7437743" cy="3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>
              <a:buSzPts val="2400"/>
              <a:buFont typeface="+mj-lt"/>
              <a:buAutoNum type="arabicPeriod"/>
            </a:pPr>
            <a:r>
              <a:rPr lang="en-US" sz="2400"/>
              <a:t>One syllable adjective ending in a silent 'e' — </a:t>
            </a:r>
            <a:r>
              <a:rPr lang="en-US" sz="2400" b="1"/>
              <a:t>nice</a:t>
            </a:r>
            <a:r>
              <a:rPr lang="en-US" sz="2400"/>
              <a:t>, add –r for comparative and –</a:t>
            </a:r>
            <a:r>
              <a:rPr lang="en-US" sz="2400" err="1"/>
              <a:t>st</a:t>
            </a:r>
            <a:r>
              <a:rPr lang="en-US" sz="2400"/>
              <a:t> for superlative.</a:t>
            </a:r>
          </a:p>
          <a:p>
            <a:pPr lvl="0" indent="-381000">
              <a:buSzPts val="2400"/>
            </a:pPr>
            <a:endParaRPr lang="en-US" sz="2400"/>
          </a:p>
          <a:p>
            <a:pPr lvl="1"/>
            <a:r>
              <a:rPr lang="en-US"/>
              <a:t>nice → nicer / nicest</a:t>
            </a:r>
          </a:p>
          <a:p>
            <a:pPr lvl="1"/>
            <a:r>
              <a:rPr lang="en-US"/>
              <a:t>large → larger / largest</a:t>
            </a:r>
          </a:p>
          <a:p>
            <a:pPr lvl="1"/>
            <a:endParaRPr lang="en-US" i="1"/>
          </a:p>
        </p:txBody>
      </p:sp>
      <p:pic>
        <p:nvPicPr>
          <p:cNvPr id="5" name="Imagen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6" name="Shape 66"/>
          <p:cNvSpPr txBox="1">
            <a:spLocks/>
          </p:cNvSpPr>
          <p:nvPr/>
        </p:nvSpPr>
        <p:spPr>
          <a:xfrm rot="120000">
            <a:off x="1162870" y="592104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 b="0" i="0" u="none" strike="noStrike" cap="none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r>
              <a:rPr lang="en-US" sz="2800"/>
              <a:t>Rules to form comparatives and superlatives: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9651"/>
        </a:solidFill>
        <a:effectLst/>
      </p:bgPr>
    </p:bg>
    <p:spTree>
      <p:nvGrpSpPr>
        <p:cNvPr id="1" name="Shape 117">
          <a:extLst>
            <a:ext uri="{FF2B5EF4-FFF2-40B4-BE49-F238E27FC236}">
              <a16:creationId xmlns:a16="http://schemas.microsoft.com/office/drawing/2014/main" id="{106BEAAE-44DE-0FBB-51E7-1335938C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93">
            <a:extLst>
              <a:ext uri="{FF2B5EF4-FFF2-40B4-BE49-F238E27FC236}">
                <a16:creationId xmlns:a16="http://schemas.microsoft.com/office/drawing/2014/main" id="{F124A0BD-264B-EA37-17FE-646A9E518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587" y="806245"/>
            <a:ext cx="7292563" cy="4043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>
              <a:buSzPts val="2400"/>
              <a:buFont typeface="+mj-lt"/>
              <a:buAutoNum type="arabicPeriod" startAt="2"/>
            </a:pPr>
            <a:r>
              <a:rPr lang="en-US" sz="2400"/>
              <a:t>One syllable adjective ending in one vowel and one consonant, double the last consonant and add –er for comparative and –</a:t>
            </a:r>
            <a:r>
              <a:rPr lang="en-US" sz="2400" err="1"/>
              <a:t>est</a:t>
            </a:r>
            <a:r>
              <a:rPr lang="en-US" sz="2400"/>
              <a:t> for superlative. </a:t>
            </a:r>
            <a:endParaRPr lang="en-US" sz="2400" b="1"/>
          </a:p>
          <a:p>
            <a:pPr lvl="0" indent="-381000">
              <a:buSzPts val="2400"/>
            </a:pPr>
            <a:endParaRPr lang="en-US" sz="2400"/>
          </a:p>
          <a:p>
            <a:pPr lvl="1" indent="-381000">
              <a:buSzPts val="2400"/>
            </a:pPr>
            <a:r>
              <a:rPr lang="en-US" sz="2400"/>
              <a:t>wet → wetter / wettest</a:t>
            </a:r>
          </a:p>
          <a:p>
            <a:pPr lvl="1" indent="-381000">
              <a:buSzPts val="2400"/>
            </a:pPr>
            <a:r>
              <a:rPr lang="en-US" sz="2400"/>
              <a:t>big → bigger / biggest</a:t>
            </a:r>
            <a:endParaRPr lang="en-US"/>
          </a:p>
          <a:p>
            <a:pPr lvl="1" indent="-381000">
              <a:buSzPts val="2400"/>
            </a:pPr>
            <a:r>
              <a:rPr lang="en-US" sz="2400"/>
              <a:t>hot → hotter / hottest</a:t>
            </a:r>
            <a:endParaRPr lang="en-US"/>
          </a:p>
          <a:p>
            <a:pPr lvl="1" indent="-381000">
              <a:buSzPts val="2400"/>
            </a:pPr>
            <a:r>
              <a:rPr lang="en-US" sz="2400"/>
              <a:t>thin → thinner / thinnest</a:t>
            </a:r>
            <a:endParaRPr lang="en-US"/>
          </a:p>
          <a:p>
            <a:pPr lvl="1" indent="-381000">
              <a:buSzPts val="2400"/>
            </a:pPr>
            <a:endParaRPr lang="en-US" sz="2400" i="1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37F89AE-5458-37B4-CA56-D2532B59709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32113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C4CA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8C2AC0F4-5E50-0761-C111-0D13D877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93">
            <a:extLst>
              <a:ext uri="{FF2B5EF4-FFF2-40B4-BE49-F238E27FC236}">
                <a16:creationId xmlns:a16="http://schemas.microsoft.com/office/drawing/2014/main" id="{E3DDAD44-1F76-590F-15F2-B2854CC1C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5742" y="806245"/>
            <a:ext cx="7184408" cy="4043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indent="-457200">
              <a:buSzPts val="2400"/>
              <a:buFont typeface="+mj-lt"/>
              <a:buAutoNum type="arabicPeriod" startAt="3"/>
            </a:pPr>
            <a:r>
              <a:rPr lang="en-US" sz="2400"/>
              <a:t>One syllable adjective ending in more than one consonant or more than a vowel, add –er for comparative and –</a:t>
            </a:r>
            <a:r>
              <a:rPr lang="en-US" sz="2400" err="1"/>
              <a:t>est</a:t>
            </a:r>
            <a:r>
              <a:rPr lang="en-US" sz="2400"/>
              <a:t> for superlative. </a:t>
            </a:r>
            <a:endParaRPr lang="es-ES" sz="2400"/>
          </a:p>
          <a:p>
            <a:pPr marL="76200" lvl="0" indent="0">
              <a:buSzPts val="2400"/>
              <a:buNone/>
            </a:pPr>
            <a:endParaRPr lang="en-US" sz="2400"/>
          </a:p>
          <a:p>
            <a:pPr lvl="1">
              <a:buSzPts val="2400"/>
            </a:pPr>
            <a:r>
              <a:rPr lang="en-US" sz="2400"/>
              <a:t>clean → cleaner / cleanest</a:t>
            </a:r>
            <a:endParaRPr lang="en-US"/>
          </a:p>
          <a:p>
            <a:pPr lvl="1">
              <a:buSzPts val="2400"/>
            </a:pPr>
            <a:r>
              <a:rPr lang="en-US" sz="2400"/>
              <a:t>cold → colder / coldest</a:t>
            </a:r>
            <a:endParaRPr lang="en-US"/>
          </a:p>
          <a:p>
            <a:pPr lvl="1">
              <a:buSzPts val="2400"/>
            </a:pPr>
            <a:r>
              <a:rPr lang="en-US" sz="2400"/>
              <a:t>small → smaller / smallest</a:t>
            </a:r>
            <a:endParaRPr lang="en-US"/>
          </a:p>
          <a:p>
            <a:pPr lvl="1">
              <a:buSzPts val="2400"/>
            </a:pPr>
            <a:r>
              <a:rPr lang="en-US" sz="2400"/>
              <a:t>young → younger / youngest</a:t>
            </a:r>
            <a:endParaRPr lang="en-US"/>
          </a:p>
          <a:p>
            <a:pPr lvl="1">
              <a:buSzPts val="2400"/>
            </a:pPr>
            <a:r>
              <a:rPr lang="en-US" sz="2400"/>
              <a:t>tall → taller / tallest</a:t>
            </a:r>
            <a:endParaRPr lang="en-US"/>
          </a:p>
          <a:p>
            <a:pPr marL="876300" lvl="1">
              <a:buSzPts val="2400"/>
            </a:pPr>
            <a:endParaRPr lang="en-US" sz="24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97821FB-F20C-E163-3DA7-45D94B2EE59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8619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93"/>
          <p:cNvSpPr txBox="1">
            <a:spLocks noGrp="1"/>
          </p:cNvSpPr>
          <p:nvPr>
            <p:ph type="body" idx="1"/>
          </p:nvPr>
        </p:nvSpPr>
        <p:spPr>
          <a:xfrm>
            <a:off x="1052050" y="796413"/>
            <a:ext cx="6968100" cy="4053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457200">
              <a:buFont typeface="+mj-lt"/>
              <a:buAutoNum type="arabicPeriod" startAt="4"/>
            </a:pPr>
            <a:r>
              <a:rPr lang="en-US" sz="2400"/>
              <a:t>A one or two syllable adjective ending in ‘y’, change the ‘y’ for an ‘</a:t>
            </a:r>
            <a:r>
              <a:rPr lang="en-US" sz="2400" err="1"/>
              <a:t>i</a:t>
            </a:r>
            <a:r>
              <a:rPr lang="en-US" sz="2400"/>
              <a:t>’ and add –er for comparative and –</a:t>
            </a:r>
            <a:r>
              <a:rPr lang="en-US" sz="2400" err="1"/>
              <a:t>est</a:t>
            </a:r>
            <a:r>
              <a:rPr lang="en-US" sz="2400"/>
              <a:t> for superlative. </a:t>
            </a:r>
            <a:endParaRPr lang="en-US" sz="2400" b="1"/>
          </a:p>
          <a:p>
            <a:pPr marL="38100" indent="0">
              <a:buNone/>
            </a:pPr>
            <a:endParaRPr lang="en-US" sz="2400"/>
          </a:p>
          <a:p>
            <a:pPr lvl="1"/>
            <a:r>
              <a:rPr lang="en-US"/>
              <a:t>dry → drier / driest</a:t>
            </a:r>
            <a:endParaRPr lang="en-US" i="1"/>
          </a:p>
          <a:p>
            <a:pPr lvl="1"/>
            <a:r>
              <a:rPr lang="en-US"/>
              <a:t>happy → happier / happiest</a:t>
            </a:r>
          </a:p>
          <a:p>
            <a:pPr lvl="1"/>
            <a:r>
              <a:rPr lang="en-US"/>
              <a:t>dirty → dirtier / dirtiest</a:t>
            </a:r>
          </a:p>
          <a:p>
            <a:pPr lvl="1"/>
            <a:r>
              <a:rPr lang="en-US"/>
              <a:t>pretty → prettier / prettiest</a:t>
            </a:r>
          </a:p>
          <a:p>
            <a:pPr lvl="1"/>
            <a:r>
              <a:rPr lang="en-US"/>
              <a:t>ugly → uglier / ugliest</a:t>
            </a:r>
          </a:p>
          <a:p>
            <a:pPr lvl="1"/>
            <a:endParaRPr lang="en-US"/>
          </a:p>
        </p:txBody>
      </p:sp>
      <p:pic>
        <p:nvPicPr>
          <p:cNvPr id="8" name="Imagen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02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93"/>
          <p:cNvSpPr txBox="1">
            <a:spLocks/>
          </p:cNvSpPr>
          <p:nvPr/>
        </p:nvSpPr>
        <p:spPr>
          <a:xfrm>
            <a:off x="584661" y="796413"/>
            <a:ext cx="7752364" cy="4043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eriod" startAt="5"/>
            </a:pPr>
            <a:r>
              <a:rPr lang="en-US" sz="2400">
                <a:latin typeface="Sniglet"/>
              </a:rPr>
              <a:t>Two syllable or more adjectives without 'y' at the end, we use</a:t>
            </a:r>
            <a:endParaRPr lang="en-US">
              <a:solidFill>
                <a:schemeClr val="dk1"/>
              </a:solidFill>
              <a:sym typeface="Sniglet"/>
            </a:endParaRPr>
          </a:p>
          <a:p>
            <a:pPr marL="762000" lvl="1" indent="-312738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latin typeface="Sniglet"/>
                <a:sym typeface="Sniglet"/>
              </a:rPr>
              <a:t>For comparative:  </a:t>
            </a:r>
            <a:r>
              <a:rPr lang="en-US" sz="2400" u="sng">
                <a:solidFill>
                  <a:schemeClr val="dk1"/>
                </a:solidFill>
                <a:latin typeface="Sniglet"/>
                <a:sym typeface="Sniglet"/>
              </a:rPr>
              <a:t>more</a:t>
            </a:r>
            <a:r>
              <a:rPr lang="en-US" sz="2400">
                <a:solidFill>
                  <a:schemeClr val="dk1"/>
                </a:solidFill>
                <a:latin typeface="Sniglet"/>
                <a:sym typeface="Sniglet"/>
              </a:rPr>
              <a:t> + adjective + </a:t>
            </a:r>
            <a:r>
              <a:rPr lang="en-US" sz="2400" u="sng">
                <a:solidFill>
                  <a:schemeClr val="dk1"/>
                </a:solidFill>
                <a:latin typeface="Sniglet"/>
                <a:sym typeface="Sniglet"/>
              </a:rPr>
              <a:t>than</a:t>
            </a:r>
            <a:r>
              <a:rPr lang="en-US" sz="2400">
                <a:solidFill>
                  <a:schemeClr val="dk1"/>
                </a:solidFill>
                <a:latin typeface="Sniglet"/>
                <a:sym typeface="Sniglet"/>
              </a:rPr>
              <a:t> </a:t>
            </a:r>
            <a:endParaRPr lang="en-US">
              <a:solidFill>
                <a:schemeClr val="dk1"/>
              </a:solidFill>
              <a:sym typeface="Sniglet"/>
            </a:endParaRPr>
          </a:p>
          <a:p>
            <a:pPr marL="762000" lvl="1" indent="-312738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latin typeface="Sniglet"/>
                <a:sym typeface="Sniglet"/>
              </a:rPr>
              <a:t>For superlative: </a:t>
            </a:r>
            <a:r>
              <a:rPr lang="en-US" sz="2400">
                <a:solidFill>
                  <a:schemeClr val="dk1"/>
                </a:solidFill>
                <a:latin typeface="Sniglet"/>
              </a:rPr>
              <a:t> </a:t>
            </a:r>
            <a:r>
              <a:rPr lang="en-US" sz="2400" u="sng">
                <a:solidFill>
                  <a:schemeClr val="dk1"/>
                </a:solidFill>
                <a:latin typeface="Sniglet"/>
              </a:rPr>
              <a:t>the most </a:t>
            </a:r>
            <a:r>
              <a:rPr lang="en-US" sz="2400">
                <a:solidFill>
                  <a:schemeClr val="dk1"/>
                </a:solidFill>
                <a:latin typeface="Sniglet"/>
              </a:rPr>
              <a:t>+ adjective </a:t>
            </a:r>
          </a:p>
          <a:p>
            <a:endParaRPr lang="en-US" sz="2400">
              <a:solidFill>
                <a:schemeClr val="dk1"/>
              </a:solidFill>
              <a:latin typeface="Sniglet"/>
            </a:endParaRP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2200">
                <a:solidFill>
                  <a:schemeClr val="dk1"/>
                </a:solidFill>
                <a:latin typeface="Sniglet"/>
                <a:sym typeface="Sniglet"/>
              </a:rPr>
              <a:t>expensive → more expensive / the most expensive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2200">
                <a:solidFill>
                  <a:schemeClr val="dk1"/>
                </a:solidFill>
                <a:latin typeface="Sniglet"/>
                <a:sym typeface="Sniglet"/>
              </a:rPr>
              <a:t>beautiful → more beautiful / the most beautiful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2200">
                <a:solidFill>
                  <a:schemeClr val="dk1"/>
                </a:solidFill>
                <a:latin typeface="Sniglet"/>
                <a:sym typeface="Sniglet"/>
              </a:rPr>
              <a:t>intelligent → more intelligent / the most intelligent</a:t>
            </a:r>
          </a:p>
          <a:p>
            <a:pPr marL="712788" indent="-215900">
              <a:buClr>
                <a:schemeClr val="dk1"/>
              </a:buClr>
              <a:buSzPts val="2400"/>
              <a:buFont typeface="Sniglet"/>
              <a:buChar char="×"/>
            </a:pPr>
            <a:r>
              <a:rPr lang="es-MX" sz="2200">
                <a:solidFill>
                  <a:schemeClr val="dk1"/>
                </a:solidFill>
                <a:latin typeface="Sniglet"/>
                <a:sym typeface="Sniglet"/>
              </a:rPr>
              <a:t>interesting → more interesting / the most interesting</a:t>
            </a:r>
          </a:p>
          <a:p>
            <a:pPr marL="914400" lvl="1" indent="-381000">
              <a:buClr>
                <a:schemeClr val="dk1"/>
              </a:buClr>
              <a:buSzPts val="2400"/>
              <a:buFont typeface="Sniglet"/>
              <a:buChar char="×"/>
            </a:pPr>
            <a:endParaRPr lang="en-US" sz="2400">
              <a:solidFill>
                <a:schemeClr val="dk1"/>
              </a:solidFill>
              <a:latin typeface="Sniglet"/>
              <a:sym typeface="Sniglet"/>
            </a:endParaRPr>
          </a:p>
          <a:p>
            <a:endParaRPr lang="en-US" sz="2400">
              <a:solidFill>
                <a:schemeClr val="dk1"/>
              </a:solidFill>
              <a:latin typeface="Sniglet"/>
            </a:endParaRPr>
          </a:p>
        </p:txBody>
      </p:sp>
      <p:pic>
        <p:nvPicPr>
          <p:cNvPr id="8" name="Imagen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97" y="4120944"/>
            <a:ext cx="569541" cy="452285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59006" y="1635912"/>
            <a:ext cx="7225990" cy="3303600"/>
          </a:xfrm>
        </p:spPr>
        <p:txBody>
          <a:bodyPr/>
          <a:lstStyle/>
          <a:p>
            <a:pPr marL="357188" indent="-357188">
              <a:buSzPts val="2400"/>
            </a:pPr>
            <a:r>
              <a:rPr lang="en-US" sz="2000"/>
              <a:t>The Nile River is </a:t>
            </a:r>
            <a:r>
              <a:rPr lang="en-US" sz="2000" b="1"/>
              <a:t>longer</a:t>
            </a:r>
            <a:r>
              <a:rPr lang="en-US" sz="2000"/>
              <a:t> and </a:t>
            </a:r>
            <a:r>
              <a:rPr lang="en-US" sz="2000" b="1"/>
              <a:t>more</a:t>
            </a:r>
            <a:r>
              <a:rPr lang="en-US" sz="2000"/>
              <a:t> </a:t>
            </a:r>
            <a:r>
              <a:rPr lang="en-US" sz="2000" b="1"/>
              <a:t>famous</a:t>
            </a:r>
            <a:r>
              <a:rPr lang="en-US" sz="2000"/>
              <a:t> </a:t>
            </a:r>
            <a:r>
              <a:rPr lang="en-US" sz="2000" b="1"/>
              <a:t>than</a:t>
            </a:r>
            <a:r>
              <a:rPr lang="en-US" sz="2000"/>
              <a:t> the Thames.</a:t>
            </a:r>
          </a:p>
          <a:p>
            <a:pPr marL="357188" indent="-357188">
              <a:buSzPts val="2400"/>
            </a:pPr>
            <a:r>
              <a:rPr lang="en-US" sz="2000"/>
              <a:t>Egypt is </a:t>
            </a:r>
            <a:r>
              <a:rPr lang="en-US" sz="2000" b="1"/>
              <a:t>much hotter than </a:t>
            </a:r>
            <a:r>
              <a:rPr lang="en-US" sz="2000"/>
              <a:t>Sweden.</a:t>
            </a:r>
          </a:p>
          <a:p>
            <a:pPr marL="357188" indent="-357188">
              <a:buSzPts val="2400"/>
            </a:pPr>
            <a:r>
              <a:rPr lang="en-US" sz="2000"/>
              <a:t>Everest is the </a:t>
            </a:r>
            <a:r>
              <a:rPr lang="en-US" sz="2000" b="1"/>
              <a:t>highest</a:t>
            </a:r>
            <a:r>
              <a:rPr lang="en-US" sz="2000"/>
              <a:t> mountain in the world.</a:t>
            </a:r>
          </a:p>
          <a:p>
            <a:pPr marL="357188" indent="-357188">
              <a:buSzPts val="2400"/>
            </a:pPr>
            <a:r>
              <a:rPr lang="en-US" sz="2000"/>
              <a:t>This is one of </a:t>
            </a:r>
            <a:r>
              <a:rPr lang="en-US" sz="2000" b="1"/>
              <a:t>the most exciting </a:t>
            </a:r>
            <a:r>
              <a:rPr lang="en-US" sz="2000"/>
              <a:t>films I have ever seen.</a:t>
            </a:r>
          </a:p>
          <a:p>
            <a:pPr marL="0" indent="0">
              <a:buSzPts val="2400"/>
              <a:buNone/>
            </a:pPr>
            <a:endParaRPr lang="en-US" sz="2000"/>
          </a:p>
        </p:txBody>
      </p:sp>
      <p:pic>
        <p:nvPicPr>
          <p:cNvPr id="6" name="Imagen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20000">
            <a:off x="976261" y="876906"/>
            <a:ext cx="7029878" cy="760139"/>
          </a:xfrm>
        </p:spPr>
        <p:txBody>
          <a:bodyPr/>
          <a:lstStyle/>
          <a:p>
            <a:r>
              <a:rPr lang="es-MX"/>
              <a:t>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ED47D4AF-52F9-6D77-C2E8-73D4B778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5E97257-4F97-F827-387F-1F5272B7F9D1}"/>
              </a:ext>
            </a:extLst>
          </p:cNvPr>
          <p:cNvGraphicFramePr>
            <a:graphicFrameLocks noGrp="1"/>
          </p:cNvGraphicFramePr>
          <p:nvPr/>
        </p:nvGraphicFramePr>
        <p:xfrm>
          <a:off x="1644116" y="1605625"/>
          <a:ext cx="5604765" cy="270891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868255">
                  <a:extLst>
                    <a:ext uri="{9D8B030D-6E8A-4147-A177-3AD203B41FA5}">
                      <a16:colId xmlns:a16="http://schemas.microsoft.com/office/drawing/2014/main" val="554357302"/>
                    </a:ext>
                  </a:extLst>
                </a:gridCol>
                <a:gridCol w="1868255">
                  <a:extLst>
                    <a:ext uri="{9D8B030D-6E8A-4147-A177-3AD203B41FA5}">
                      <a16:colId xmlns:a16="http://schemas.microsoft.com/office/drawing/2014/main" val="3232175266"/>
                    </a:ext>
                  </a:extLst>
                </a:gridCol>
                <a:gridCol w="1868255">
                  <a:extLst>
                    <a:ext uri="{9D8B030D-6E8A-4147-A177-3AD203B41FA5}">
                      <a16:colId xmlns:a16="http://schemas.microsoft.com/office/drawing/2014/main" val="1732534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Adjectives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Comparatives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Superlatives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81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bad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worse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worst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88960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far</a:t>
                      </a:r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 (</a:t>
                      </a:r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distance</a:t>
                      </a:r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)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farther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farthest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0303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far</a:t>
                      </a:r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 (</a:t>
                      </a:r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extent</a:t>
                      </a:r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)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further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furthest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36406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good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better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best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3623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little  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less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least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62173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many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more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most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91936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much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more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most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137912594"/>
                  </a:ext>
                </a:extLst>
              </a:tr>
            </a:tbl>
          </a:graphicData>
        </a:graphic>
      </p:graphicFrame>
      <p:sp>
        <p:nvSpPr>
          <p:cNvPr id="13" name="Shape 66">
            <a:extLst>
              <a:ext uri="{FF2B5EF4-FFF2-40B4-BE49-F238E27FC236}">
                <a16:creationId xmlns:a16="http://schemas.microsoft.com/office/drawing/2014/main" id="{30CFBFE9-7438-766D-B622-9FCB6A643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20000">
            <a:off x="1447371" y="643724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Irregular comparatives and superlatives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449E331-A058-5B26-A013-9495BA9E94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2952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44606"/>
              </p:ext>
            </p:extLst>
          </p:nvPr>
        </p:nvGraphicFramePr>
        <p:xfrm>
          <a:off x="1644116" y="1605625"/>
          <a:ext cx="5604765" cy="270891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868255">
                  <a:extLst>
                    <a:ext uri="{9D8B030D-6E8A-4147-A177-3AD203B41FA5}">
                      <a16:colId xmlns:a16="http://schemas.microsoft.com/office/drawing/2014/main" val="554357302"/>
                    </a:ext>
                  </a:extLst>
                </a:gridCol>
                <a:gridCol w="1868255">
                  <a:extLst>
                    <a:ext uri="{9D8B030D-6E8A-4147-A177-3AD203B41FA5}">
                      <a16:colId xmlns:a16="http://schemas.microsoft.com/office/drawing/2014/main" val="3232175266"/>
                    </a:ext>
                  </a:extLst>
                </a:gridCol>
                <a:gridCol w="1868255">
                  <a:extLst>
                    <a:ext uri="{9D8B030D-6E8A-4147-A177-3AD203B41FA5}">
                      <a16:colId xmlns:a16="http://schemas.microsoft.com/office/drawing/2014/main" val="1732534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Adjective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Comparative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600" b="1" err="1">
                          <a:effectLst/>
                          <a:latin typeface="Sniglet" panose="020B0604020202020204" charset="0"/>
                        </a:rPr>
                        <a:t>Superlative</a:t>
                      </a:r>
                      <a:endParaRPr lang="es-MX" sz="1600" b="1">
                        <a:solidFill>
                          <a:srgbClr val="FBFBFB"/>
                        </a:solidFill>
                        <a:effectLst/>
                        <a:latin typeface="Sniglet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81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simple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88960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busy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0303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tangled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36406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heavy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3623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dry</a:t>
                      </a:r>
                      <a:r>
                        <a:rPr lang="es-MX" sz="1600">
                          <a:effectLst/>
                          <a:latin typeface="Sniglet" panose="020B0604020202020204" charset="0"/>
                        </a:rPr>
                        <a:t> 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62173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clean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91936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s-MX" sz="1600" err="1">
                          <a:effectLst/>
                          <a:latin typeface="Sniglet" panose="020B0604020202020204" charset="0"/>
                        </a:rPr>
                        <a:t>fat</a:t>
                      </a:r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/>
                      <a:endParaRPr lang="es-MX" sz="1600">
                        <a:effectLst/>
                        <a:latin typeface="Sniglet" panose="020B060402020202020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137912594"/>
                  </a:ext>
                </a:extLst>
              </a:tr>
            </a:tbl>
          </a:graphicData>
        </a:graphic>
      </p:graphicFrame>
      <p:sp>
        <p:nvSpPr>
          <p:cNvPr id="13" name="Shape 66"/>
          <p:cNvSpPr txBox="1">
            <a:spLocks noGrp="1"/>
          </p:cNvSpPr>
          <p:nvPr>
            <p:ph type="title"/>
          </p:nvPr>
        </p:nvSpPr>
        <p:spPr>
          <a:xfrm rot="120000">
            <a:off x="1541159" y="723048"/>
            <a:ext cx="7029878" cy="76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Exercises</a:t>
            </a:r>
          </a:p>
        </p:txBody>
      </p:sp>
      <p:pic>
        <p:nvPicPr>
          <p:cNvPr id="14" name="Imagen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45397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 14"/>
          <p:cNvSpPr/>
          <p:nvPr/>
        </p:nvSpPr>
        <p:spPr>
          <a:xfrm>
            <a:off x="412595" y="703511"/>
            <a:ext cx="8318810" cy="4146283"/>
          </a:xfrm>
          <a:custGeom>
            <a:avLst/>
            <a:gdLst>
              <a:gd name="connsiteX0" fmla="*/ 44605 w 4282068"/>
              <a:gd name="connsiteY0" fmla="*/ 0 h 4204010"/>
              <a:gd name="connsiteX1" fmla="*/ 4215161 w 4282068"/>
              <a:gd name="connsiteY1" fmla="*/ 334536 h 4204010"/>
              <a:gd name="connsiteX2" fmla="*/ 4282068 w 4282068"/>
              <a:gd name="connsiteY2" fmla="*/ 4047893 h 4204010"/>
              <a:gd name="connsiteX3" fmla="*/ 0 w 4282068"/>
              <a:gd name="connsiteY3" fmla="*/ 4204010 h 4204010"/>
              <a:gd name="connsiteX4" fmla="*/ 44605 w 4282068"/>
              <a:gd name="connsiteY4" fmla="*/ 0 h 420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2068" h="4204010">
                <a:moveTo>
                  <a:pt x="44605" y="0"/>
                </a:moveTo>
                <a:lnTo>
                  <a:pt x="4215161" y="334536"/>
                </a:lnTo>
                <a:lnTo>
                  <a:pt x="4282068" y="4047893"/>
                </a:lnTo>
                <a:lnTo>
                  <a:pt x="0" y="4204010"/>
                </a:lnTo>
                <a:lnTo>
                  <a:pt x="44605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dist="228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837" y="297961"/>
            <a:ext cx="800241" cy="589060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Rectángulo 1"/>
          <p:cNvSpPr/>
          <p:nvPr/>
        </p:nvSpPr>
        <p:spPr>
          <a:xfrm>
            <a:off x="657921" y="1070530"/>
            <a:ext cx="7828157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>
              <a:spcBef>
                <a:spcPts val="600"/>
              </a:spcBef>
              <a:buClr>
                <a:schemeClr val="dk1"/>
              </a:buClr>
              <a:buSzPts val="3000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Fill in the comparison with as ... as.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John is (tall)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Glen.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Janet is (beautiful)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 err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Jeniffer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You are (crazy)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my sister.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We can run (fast)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they can.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My mom is (not / strict)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your mum.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Your mobile phone is (not / trendy)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mine</a:t>
            </a:r>
            <a:r>
              <a:rPr lang="en-US">
                <a:solidFill>
                  <a:srgbClr val="222222"/>
                </a:solidFill>
                <a:latin typeface="Noto Sans"/>
              </a:rPr>
              <a:t>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Matrix II was (not / interesting)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Matrix I.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This yoghurt (not / taste / good)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the one I bought yesterday.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I can do (many / press-ups) 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you.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I (not / earn / much / money)</a:t>
            </a:r>
            <a:r>
              <a:rPr lang="en-US" sz="1600" b="1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 ______________ </a:t>
            </a:r>
            <a:r>
              <a:rPr lang="en-US" sz="1600">
                <a:solidFill>
                  <a:schemeClr val="dk1"/>
                </a:solidFill>
                <a:latin typeface="Sniglet"/>
                <a:ea typeface="Sniglet"/>
                <a:cs typeface="Sniglet"/>
              </a:rPr>
              <a:t>you do.</a:t>
            </a:r>
          </a:p>
          <a:p>
            <a:pPr marL="381000" indent="-342900">
              <a:spcBef>
                <a:spcPts val="600"/>
              </a:spcBef>
              <a:buClr>
                <a:schemeClr val="dk1"/>
              </a:buClr>
              <a:buSzPct val="90000"/>
              <a:buFont typeface="+mj-lt"/>
              <a:buAutoNum type="arabicPeriod"/>
            </a:pPr>
            <a:endParaRPr lang="en-US">
              <a:solidFill>
                <a:srgbClr val="222222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783693" y="639498"/>
            <a:ext cx="5626561" cy="4057954"/>
          </a:xfrm>
        </p:spPr>
        <p:txBody>
          <a:bodyPr/>
          <a:lstStyle/>
          <a:p>
            <a:pPr marL="88900" indent="0">
              <a:buSzPct val="90000"/>
              <a:buNone/>
            </a:pPr>
            <a:r>
              <a:rPr lang="en-US" sz="1600">
                <a:latin typeface="Sniglet" panose="020B0604020202020204" charset="0"/>
              </a:rPr>
              <a:t>Look at Al, Joe and Ed, then make the comparison.</a:t>
            </a:r>
            <a:br>
              <a:rPr lang="en-US" sz="1600">
                <a:latin typeface="Sniglet" panose="020B0604020202020204" charset="0"/>
              </a:rPr>
            </a:br>
            <a:endParaRPr lang="en-US" sz="1600">
              <a:latin typeface="Sniglet" panose="020B0604020202020204" charset="0"/>
            </a:endParaRP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Joe is 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 than Ed. (short)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Al is the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 (short)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Ed is the  </a:t>
            </a:r>
            <a:r>
              <a:rPr lang="en-US" sz="1600" b="1">
                <a:latin typeface="Sniglet" panose="020B0604020202020204" charset="0"/>
              </a:rPr>
              <a:t>_________.</a:t>
            </a:r>
            <a:r>
              <a:rPr lang="en-US" sz="1600">
                <a:latin typeface="Sniglet" panose="020B0604020202020204" charset="0"/>
              </a:rPr>
              <a:t> (thin)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Joe is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 than Al. (thin)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Al has the  _________ clothes. (</a:t>
            </a:r>
            <a:r>
              <a:rPr lang="en-US" sz="1600" err="1">
                <a:latin typeface="Sniglet" panose="020B0604020202020204" charset="0"/>
              </a:rPr>
              <a:t>colourful</a:t>
            </a:r>
            <a:r>
              <a:rPr lang="en-US" sz="1600">
                <a:latin typeface="Sniglet" panose="020B0604020202020204" charset="0"/>
              </a:rPr>
              <a:t>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Al is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 than Joe. (heavy)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Ed is the  </a:t>
            </a:r>
            <a:r>
              <a:rPr lang="en-US" sz="1600" b="1">
                <a:latin typeface="Sniglet" panose="020B0604020202020204" charset="0"/>
              </a:rPr>
              <a:t>_________.</a:t>
            </a:r>
            <a:r>
              <a:rPr lang="en-US" sz="1600">
                <a:latin typeface="Sniglet" panose="020B0604020202020204" charset="0"/>
              </a:rPr>
              <a:t> (light)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Joe is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 than Ed. (happy)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Ed is the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. (mysterious)</a:t>
            </a:r>
          </a:p>
          <a:p>
            <a:pPr marL="546100" indent="-457200"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Joe is  </a:t>
            </a:r>
            <a:r>
              <a:rPr lang="en-US" sz="1600" b="1">
                <a:latin typeface="Sniglet" panose="020B0604020202020204" charset="0"/>
              </a:rPr>
              <a:t>_________</a:t>
            </a:r>
            <a:r>
              <a:rPr lang="en-US" sz="1600">
                <a:latin typeface="Sniglet" panose="020B0604020202020204" charset="0"/>
              </a:rPr>
              <a:t> than Ed. (energetic)</a:t>
            </a:r>
            <a:endParaRPr lang="es-MX" sz="1600">
              <a:latin typeface="Sniglet" panose="020B0604020202020204" charset="0"/>
            </a:endParaRPr>
          </a:p>
        </p:txBody>
      </p:sp>
      <p:pic>
        <p:nvPicPr>
          <p:cNvPr id="5" name="Picture 2" descr="https://web2.uvcs.uvic.ca/courses/elc/studyzone/images/guys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766" y="1827513"/>
            <a:ext cx="14192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31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026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/>
          <p:cNvSpPr/>
          <p:nvPr/>
        </p:nvSpPr>
        <p:spPr>
          <a:xfrm>
            <a:off x="323385" y="657922"/>
            <a:ext cx="8240752" cy="4237463"/>
          </a:xfrm>
          <a:custGeom>
            <a:avLst/>
            <a:gdLst>
              <a:gd name="connsiteX0" fmla="*/ 33454 w 8240752"/>
              <a:gd name="connsiteY0" fmla="*/ 0 h 4237463"/>
              <a:gd name="connsiteX1" fmla="*/ 8240752 w 8240752"/>
              <a:gd name="connsiteY1" fmla="*/ 256478 h 4237463"/>
              <a:gd name="connsiteX2" fmla="*/ 8173844 w 8240752"/>
              <a:gd name="connsiteY2" fmla="*/ 4159405 h 4237463"/>
              <a:gd name="connsiteX3" fmla="*/ 0 w 8240752"/>
              <a:gd name="connsiteY3" fmla="*/ 4237463 h 4237463"/>
              <a:gd name="connsiteX4" fmla="*/ 33454 w 8240752"/>
              <a:gd name="connsiteY4" fmla="*/ 0 h 423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0752" h="4237463">
                <a:moveTo>
                  <a:pt x="33454" y="0"/>
                </a:moveTo>
                <a:lnTo>
                  <a:pt x="8240752" y="256478"/>
                </a:lnTo>
                <a:lnTo>
                  <a:pt x="8173844" y="4159405"/>
                </a:lnTo>
                <a:lnTo>
                  <a:pt x="0" y="4237463"/>
                </a:lnTo>
                <a:lnTo>
                  <a:pt x="33454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dist="228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441" y="4127907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5" name="Marcador de texto 1"/>
          <p:cNvSpPr txBox="1">
            <a:spLocks/>
          </p:cNvSpPr>
          <p:nvPr/>
        </p:nvSpPr>
        <p:spPr>
          <a:xfrm>
            <a:off x="425358" y="974036"/>
            <a:ext cx="7949324" cy="405795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>
              <a:buSzPct val="90000"/>
            </a:pPr>
            <a:r>
              <a:rPr lang="en-US" sz="1600">
                <a:latin typeface="Sniglet" panose="020B0604020202020204" charset="0"/>
              </a:rPr>
              <a:t>Fill in the correct form of the words in brackets (comparative or superlative).</a:t>
            </a:r>
          </a:p>
          <a:p>
            <a:pPr marL="88900">
              <a:buSzPct val="90000"/>
            </a:pPr>
            <a:endParaRPr lang="en-US" sz="1600">
              <a:latin typeface="Sniglet" panose="020B0604020202020204" charset="0"/>
            </a:endParaRP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My house is (big)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yours.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This flower is (beautiful)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that one.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The weather this summer is even (bad)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last summer.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This is the (interesting)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book I have ever read.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It is strange but often a coke is (expensive)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a beer.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Non-smokers usually live (long)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smokers.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Which is the (dangerous)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animal in the world?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A holiday by the sea is (good)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than a holiday in the mountains.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Who is the (rich)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woman on earth?</a:t>
            </a:r>
          </a:p>
          <a:p>
            <a:pPr marL="431800" indent="-342900">
              <a:spcBef>
                <a:spcPts val="600"/>
              </a:spcBef>
              <a:buSzPct val="90000"/>
              <a:buFont typeface="+mj-lt"/>
              <a:buAutoNum type="arabicPeriod"/>
            </a:pPr>
            <a:r>
              <a:rPr lang="en-US" sz="1600">
                <a:latin typeface="Sniglet" panose="020B0604020202020204" charset="0"/>
              </a:rPr>
              <a:t>He was the (clever) </a:t>
            </a:r>
            <a:r>
              <a:rPr lang="en-US" sz="1600" b="1">
                <a:latin typeface="Sniglet" panose="020B0604020202020204" charset="0"/>
              </a:rPr>
              <a:t>__________</a:t>
            </a:r>
            <a:r>
              <a:rPr lang="en-US" sz="1600">
                <a:latin typeface="Sniglet" panose="020B0604020202020204" charset="0"/>
              </a:rPr>
              <a:t> thief of all.</a:t>
            </a:r>
            <a:endParaRPr lang="es-MX" sz="1600">
              <a:latin typeface="Sniglet" panose="020B060402020202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4BB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/>
          <p:cNvSpPr/>
          <p:nvPr/>
        </p:nvSpPr>
        <p:spPr>
          <a:xfrm>
            <a:off x="646771" y="289932"/>
            <a:ext cx="7672039" cy="4539530"/>
          </a:xfrm>
          <a:custGeom>
            <a:avLst/>
            <a:gdLst>
              <a:gd name="connsiteX0" fmla="*/ 33454 w 8240752"/>
              <a:gd name="connsiteY0" fmla="*/ 0 h 4237463"/>
              <a:gd name="connsiteX1" fmla="*/ 8240752 w 8240752"/>
              <a:gd name="connsiteY1" fmla="*/ 256478 h 4237463"/>
              <a:gd name="connsiteX2" fmla="*/ 8173844 w 8240752"/>
              <a:gd name="connsiteY2" fmla="*/ 4159405 h 4237463"/>
              <a:gd name="connsiteX3" fmla="*/ 0 w 8240752"/>
              <a:gd name="connsiteY3" fmla="*/ 4237463 h 4237463"/>
              <a:gd name="connsiteX4" fmla="*/ 33454 w 8240752"/>
              <a:gd name="connsiteY4" fmla="*/ 0 h 423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0752" h="4237463">
                <a:moveTo>
                  <a:pt x="33454" y="0"/>
                </a:moveTo>
                <a:lnTo>
                  <a:pt x="8240752" y="256478"/>
                </a:lnTo>
                <a:lnTo>
                  <a:pt x="8173844" y="4159405"/>
                </a:lnTo>
                <a:lnTo>
                  <a:pt x="0" y="4237463"/>
                </a:lnTo>
                <a:lnTo>
                  <a:pt x="33454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08" y="692871"/>
            <a:ext cx="3877837" cy="3813206"/>
          </a:xfrm>
          <a:prstGeom prst="rect">
            <a:avLst/>
          </a:prstGeom>
          <a:ln w="28575">
            <a:noFill/>
          </a:ln>
          <a:effectLst/>
        </p:spPr>
      </p:pic>
      <p:pic>
        <p:nvPicPr>
          <p:cNvPr id="19" name="Imagen 1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93" y="4079197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1EECEBF7-6D7F-8B20-CF43-CE0DFD97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6930079-5E5A-2E08-5535-8340210C389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BA4ACC7D-1210-108F-3454-C328ABCBB5AD}"/>
              </a:ext>
            </a:extLst>
          </p:cNvPr>
          <p:cNvSpPr txBox="1">
            <a:spLocks/>
          </p:cNvSpPr>
          <p:nvPr/>
        </p:nvSpPr>
        <p:spPr>
          <a:xfrm>
            <a:off x="959005" y="1200906"/>
            <a:ext cx="6249663" cy="330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1. Alan is _______________ (tall) than Livia.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2. Diana is _______________ (old)  than Alan.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3. Livia is _______________ (short) than Diana.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4. Alan is _______________ (heavy) than Livia.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5. Livia is _______________ (young) than Diana.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6. Livia is _______________ (intelligent) than Alan.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7. Diana is _______________ (beautiful) than Livia.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8. Spain is _______________ (hot) than Canada.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9. Russia is _______________ (big) than Italy.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Sniglet"/>
                <a:sym typeface="Sniglet"/>
              </a:rPr>
              <a:t>10. Italian is _______________ (easy) than Greek.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C51E779-1574-8D24-B263-BDE9A9F6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20000">
            <a:off x="970129" y="575066"/>
            <a:ext cx="7029878" cy="760139"/>
          </a:xfrm>
        </p:spPr>
        <p:txBody>
          <a:bodyPr/>
          <a:lstStyle/>
          <a:p>
            <a:r>
              <a:rPr lang="es-MX" dirty="0" err="1"/>
              <a:t>Exercises</a:t>
            </a:r>
            <a:endParaRPr lang="es-MX" dirty="0"/>
          </a:p>
        </p:txBody>
      </p:sp>
      <p:pic>
        <p:nvPicPr>
          <p:cNvPr id="1026" name="Picture 2" descr="people">
            <a:extLst>
              <a:ext uri="{FF2B5EF4-FFF2-40B4-BE49-F238E27FC236}">
                <a16:creationId xmlns:a16="http://schemas.microsoft.com/office/drawing/2014/main" id="{A476052E-9861-6860-F58C-4E03DA712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67" y="2013265"/>
            <a:ext cx="2465034" cy="111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927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2024D2B3-11D6-FB8C-5411-3C352C42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399A5A-D8AB-B3EC-0142-586FD2B36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9005" y="1200906"/>
            <a:ext cx="6249663" cy="3303600"/>
          </a:xfrm>
        </p:spPr>
        <p:txBody>
          <a:bodyPr/>
          <a:lstStyle/>
          <a:p>
            <a:pPr marL="0" indent="0">
              <a:buSzPts val="2400"/>
              <a:buNone/>
            </a:pPr>
            <a:r>
              <a:rPr lang="en-US" sz="1400" dirty="0"/>
              <a:t>1. Dogs are _______________ (intelligent) than rabbits.</a:t>
            </a:r>
          </a:p>
          <a:p>
            <a:pPr marL="0" indent="0">
              <a:buSzPts val="2400"/>
              <a:buNone/>
            </a:pPr>
            <a:r>
              <a:rPr lang="en-US" sz="1400" dirty="0"/>
              <a:t>2. Lucy is _______________ (old) than Ellie.</a:t>
            </a:r>
          </a:p>
          <a:p>
            <a:pPr marL="0" indent="0">
              <a:buSzPts val="2400"/>
              <a:buNone/>
            </a:pPr>
            <a:r>
              <a:rPr lang="en-US" sz="1400" dirty="0"/>
              <a:t>3. Russia is far _______________ (large) than the UK.</a:t>
            </a:r>
          </a:p>
          <a:p>
            <a:pPr marL="0" indent="0">
              <a:buSzPts val="2400"/>
              <a:buNone/>
            </a:pPr>
            <a:r>
              <a:rPr lang="en-US" sz="1400" dirty="0"/>
              <a:t>4. My Latin class is _______________ (boring) than my English class.</a:t>
            </a:r>
          </a:p>
          <a:p>
            <a:pPr marL="0" indent="0">
              <a:buSzPts val="2400"/>
              <a:buNone/>
            </a:pPr>
            <a:r>
              <a:rPr lang="en-US" sz="1400" dirty="0"/>
              <a:t>5. In the UK, the streets are generally _______________ (narrow) than</a:t>
            </a:r>
          </a:p>
          <a:p>
            <a:pPr marL="0" indent="0">
              <a:buSzPts val="2400"/>
              <a:buNone/>
            </a:pPr>
            <a:r>
              <a:rPr lang="en-US" sz="1400" dirty="0"/>
              <a:t>the streets in the USA.</a:t>
            </a:r>
          </a:p>
          <a:p>
            <a:pPr marL="0" indent="0">
              <a:buSzPts val="2400"/>
              <a:buNone/>
            </a:pPr>
            <a:r>
              <a:rPr lang="en-US" sz="1400" dirty="0"/>
              <a:t>6. London is _______________ (busy) than Glasgow.</a:t>
            </a:r>
          </a:p>
          <a:p>
            <a:pPr marL="0" indent="0">
              <a:buSzPts val="2400"/>
              <a:buNone/>
            </a:pPr>
            <a:r>
              <a:rPr lang="en-US" sz="1400" dirty="0"/>
              <a:t>7. Julie is _______________ (quiet) than her sister.</a:t>
            </a:r>
          </a:p>
          <a:p>
            <a:pPr marL="0" indent="0">
              <a:buSzPts val="2400"/>
              <a:buNone/>
            </a:pPr>
            <a:r>
              <a:rPr lang="en-US" sz="1400" dirty="0"/>
              <a:t>8. Amanda is _______________ (ambitious) than her classmates.</a:t>
            </a:r>
          </a:p>
          <a:p>
            <a:pPr marL="0" indent="0">
              <a:buSzPts val="2400"/>
              <a:buNone/>
            </a:pPr>
            <a:r>
              <a:rPr lang="en-US" sz="1400" dirty="0"/>
              <a:t>9. My garden is a lot _______________ (</a:t>
            </a:r>
            <a:r>
              <a:rPr lang="en-US" sz="1400" dirty="0" err="1"/>
              <a:t>colourful</a:t>
            </a:r>
            <a:r>
              <a:rPr lang="en-US" sz="1400" dirty="0"/>
              <a:t>) than this park.</a:t>
            </a:r>
          </a:p>
          <a:p>
            <a:pPr marL="0" indent="0">
              <a:buSzPts val="2400"/>
              <a:buNone/>
            </a:pPr>
            <a:r>
              <a:rPr lang="en-US" sz="1400" dirty="0"/>
              <a:t>10. His house is a bit _______________ (comfortable) than a hotel.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2F9CA3-F8CB-903F-9C0E-B2322BA59EE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54" y="3904882"/>
            <a:ext cx="800241" cy="523136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C86ECD6-DDE2-9F72-D263-12211157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20000">
            <a:off x="970129" y="575066"/>
            <a:ext cx="7029878" cy="760139"/>
          </a:xfrm>
        </p:spPr>
        <p:txBody>
          <a:bodyPr/>
          <a:lstStyle/>
          <a:p>
            <a:r>
              <a:rPr lang="es-MX" dirty="0" err="1"/>
              <a:t>Exercises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09030396"/>
      </p:ext>
    </p:extLst>
  </p:cSld>
  <p:clrMapOvr>
    <a:masterClrMapping/>
  </p:clrMapOvr>
</p:sld>
</file>

<file path=ppt/theme/theme1.xml><?xml version="1.0" encoding="utf-8"?>
<a:theme xmlns:a="http://schemas.openxmlformats.org/drawingml/2006/main" name="Jachim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Presentación en pantalla (16:9)</PresentationFormat>
  <Paragraphs>162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Noto Sans</vt:lpstr>
      <vt:lpstr>Sniglet</vt:lpstr>
      <vt:lpstr>Arial</vt:lpstr>
      <vt:lpstr>Bangers</vt:lpstr>
      <vt:lpstr>Jachimo template</vt:lpstr>
      <vt:lpstr>Comparative and superlative</vt:lpstr>
      <vt:lpstr>As … AS</vt:lpstr>
      <vt:lpstr>Not As … AS</vt:lpstr>
      <vt:lpstr>Presentación de PowerPoint</vt:lpstr>
      <vt:lpstr>As … as  + possibility</vt:lpstr>
      <vt:lpstr>Forming regular comparatives and superlatives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Examples</vt:lpstr>
      <vt:lpstr>Irregular comparatives and superlatives</vt:lpstr>
      <vt:lpstr>Exercises</vt:lpstr>
      <vt:lpstr>Presentación de PowerPoint</vt:lpstr>
      <vt:lpstr>Presentación de PowerPoint</vt:lpstr>
      <vt:lpstr>Presentación de PowerPoint</vt:lpstr>
      <vt:lpstr>Presentación de PowerPoint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Isauro Rios</dc:creator>
  <cp:lastModifiedBy>José Isauro Ríos Rodríguez</cp:lastModifiedBy>
  <cp:revision>1</cp:revision>
  <dcterms:modified xsi:type="dcterms:W3CDTF">2025-09-04T22:16:23Z</dcterms:modified>
</cp:coreProperties>
</file>