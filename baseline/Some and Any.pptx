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13"/>
  </p:notesMasterIdLst>
  <p:sldIdLst>
    <p:sldId id="256" r:id="rId5"/>
    <p:sldId id="261" r:id="rId6"/>
    <p:sldId id="284" r:id="rId7"/>
    <p:sldId id="285" r:id="rId8"/>
    <p:sldId id="286" r:id="rId9"/>
    <p:sldId id="262" r:id="rId10"/>
    <p:sldId id="287" r:id="rId11"/>
    <p:sldId id="288" r:id="rId12"/>
  </p:sldIdLst>
  <p:sldSz cx="12192000" cy="6858000"/>
  <p:notesSz cx="6858000" cy="9144000"/>
  <p:embeddedFontLst>
    <p:embeddedFont>
      <p:font typeface="Montserrat" panose="020B0604020202020204" pitchFamily="2" charset="0"/>
      <p:regular r:id="rId14"/>
      <p:bold r:id="rId15"/>
      <p:italic r:id="rId16"/>
      <p:boldItalic r:id="rId17"/>
    </p:embeddedFont>
    <p:embeddedFont>
      <p:font typeface="Muli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E0135C-029C-445E-8731-4A760210BE76}">
  <a:tblStyle styleId="{51E0135C-029C-445E-8731-4A760210BE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Isauro Ríos Rodríguez" userId="4d0b03aa-3b38-4bc8-8144-9e23d3e5a9d4" providerId="ADAL" clId="{A8B593EE-79FA-44C7-B3C0-21766E4FD6BB}"/>
    <pc:docChg chg="custSel modSld">
      <pc:chgData name="José Isauro Ríos Rodríguez" userId="4d0b03aa-3b38-4bc8-8144-9e23d3e5a9d4" providerId="ADAL" clId="{A8B593EE-79FA-44C7-B3C0-21766E4FD6BB}" dt="2021-09-11T14:59:33.755" v="137" actId="20577"/>
      <pc:docMkLst>
        <pc:docMk/>
      </pc:docMkLst>
      <pc:sldChg chg="modSp mod">
        <pc:chgData name="José Isauro Ríos Rodríguez" userId="4d0b03aa-3b38-4bc8-8144-9e23d3e5a9d4" providerId="ADAL" clId="{A8B593EE-79FA-44C7-B3C0-21766E4FD6BB}" dt="2021-09-11T13:35:59.898" v="0" actId="14100"/>
        <pc:sldMkLst>
          <pc:docMk/>
          <pc:sldMk cId="0" sldId="256"/>
        </pc:sldMkLst>
        <pc:spChg chg="mod">
          <ac:chgData name="José Isauro Ríos Rodríguez" userId="4d0b03aa-3b38-4bc8-8144-9e23d3e5a9d4" providerId="ADAL" clId="{A8B593EE-79FA-44C7-B3C0-21766E4FD6BB}" dt="2021-09-11T13:35:59.898" v="0" actId="14100"/>
          <ac:spMkLst>
            <pc:docMk/>
            <pc:sldMk cId="0" sldId="256"/>
            <ac:spMk id="53" creationId="{00000000-0000-0000-0000-000000000000}"/>
          </ac:spMkLst>
        </pc:spChg>
      </pc:sldChg>
      <pc:sldChg chg="modSp mod">
        <pc:chgData name="José Isauro Ríos Rodríguez" userId="4d0b03aa-3b38-4bc8-8144-9e23d3e5a9d4" providerId="ADAL" clId="{A8B593EE-79FA-44C7-B3C0-21766E4FD6BB}" dt="2021-09-11T14:42:55.916" v="96" actId="20577"/>
        <pc:sldMkLst>
          <pc:docMk/>
          <pc:sldMk cId="0" sldId="262"/>
        </pc:sldMkLst>
        <pc:spChg chg="mod">
          <ac:chgData name="José Isauro Ríos Rodríguez" userId="4d0b03aa-3b38-4bc8-8144-9e23d3e5a9d4" providerId="ADAL" clId="{A8B593EE-79FA-44C7-B3C0-21766E4FD6BB}" dt="2021-09-11T14:42:55.916" v="96" actId="20577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José Isauro Ríos Rodríguez" userId="4d0b03aa-3b38-4bc8-8144-9e23d3e5a9d4" providerId="ADAL" clId="{A8B593EE-79FA-44C7-B3C0-21766E4FD6BB}" dt="2021-09-11T14:37:05.889" v="82" actId="20577"/>
        <pc:sldMkLst>
          <pc:docMk/>
          <pc:sldMk cId="1618483931" sldId="284"/>
        </pc:sldMkLst>
        <pc:spChg chg="mod">
          <ac:chgData name="José Isauro Ríos Rodríguez" userId="4d0b03aa-3b38-4bc8-8144-9e23d3e5a9d4" providerId="ADAL" clId="{A8B593EE-79FA-44C7-B3C0-21766E4FD6BB}" dt="2021-09-11T14:37:05.889" v="82" actId="20577"/>
          <ac:spMkLst>
            <pc:docMk/>
            <pc:sldMk cId="1618483931" sldId="284"/>
            <ac:spMk id="87" creationId="{00000000-0000-0000-0000-000000000000}"/>
          </ac:spMkLst>
        </pc:spChg>
      </pc:sldChg>
      <pc:sldChg chg="modSp mod">
        <pc:chgData name="José Isauro Ríos Rodríguez" userId="4d0b03aa-3b38-4bc8-8144-9e23d3e5a9d4" providerId="ADAL" clId="{A8B593EE-79FA-44C7-B3C0-21766E4FD6BB}" dt="2021-09-11T14:37:02.401" v="78" actId="14100"/>
        <pc:sldMkLst>
          <pc:docMk/>
          <pc:sldMk cId="1882525306" sldId="285"/>
        </pc:sldMkLst>
        <pc:spChg chg="mod">
          <ac:chgData name="José Isauro Ríos Rodríguez" userId="4d0b03aa-3b38-4bc8-8144-9e23d3e5a9d4" providerId="ADAL" clId="{A8B593EE-79FA-44C7-B3C0-21766E4FD6BB}" dt="2021-09-11T14:37:02.401" v="78" actId="14100"/>
          <ac:spMkLst>
            <pc:docMk/>
            <pc:sldMk cId="1882525306" sldId="285"/>
            <ac:spMk id="87" creationId="{00000000-0000-0000-0000-000000000000}"/>
          </ac:spMkLst>
        </pc:spChg>
      </pc:sldChg>
      <pc:sldChg chg="modSp mod">
        <pc:chgData name="José Isauro Ríos Rodríguez" userId="4d0b03aa-3b38-4bc8-8144-9e23d3e5a9d4" providerId="ADAL" clId="{A8B593EE-79FA-44C7-B3C0-21766E4FD6BB}" dt="2021-09-11T14:18:51.538" v="42" actId="20577"/>
        <pc:sldMkLst>
          <pc:docMk/>
          <pc:sldMk cId="3353013351" sldId="286"/>
        </pc:sldMkLst>
        <pc:spChg chg="mod">
          <ac:chgData name="José Isauro Ríos Rodríguez" userId="4d0b03aa-3b38-4bc8-8144-9e23d3e5a9d4" providerId="ADAL" clId="{A8B593EE-79FA-44C7-B3C0-21766E4FD6BB}" dt="2021-09-11T14:18:51.538" v="42" actId="20577"/>
          <ac:spMkLst>
            <pc:docMk/>
            <pc:sldMk cId="3353013351" sldId="286"/>
            <ac:spMk id="88" creationId="{00000000-0000-0000-0000-000000000000}"/>
          </ac:spMkLst>
        </pc:spChg>
      </pc:sldChg>
      <pc:sldChg chg="modSp mod">
        <pc:chgData name="José Isauro Ríos Rodríguez" userId="4d0b03aa-3b38-4bc8-8144-9e23d3e5a9d4" providerId="ADAL" clId="{A8B593EE-79FA-44C7-B3C0-21766E4FD6BB}" dt="2021-09-11T14:59:33.755" v="137" actId="20577"/>
        <pc:sldMkLst>
          <pc:docMk/>
          <pc:sldMk cId="1194847858" sldId="287"/>
        </pc:sldMkLst>
        <pc:spChg chg="mod">
          <ac:chgData name="José Isauro Ríos Rodríguez" userId="4d0b03aa-3b38-4bc8-8144-9e23d3e5a9d4" providerId="ADAL" clId="{A8B593EE-79FA-44C7-B3C0-21766E4FD6BB}" dt="2021-09-11T14:59:33.755" v="137" actId="20577"/>
          <ac:spMkLst>
            <pc:docMk/>
            <pc:sldMk cId="1194847858" sldId="287"/>
            <ac:spMk id="2" creationId="{00000000-0000-0000-0000-000000000000}"/>
          </ac:spMkLst>
        </pc:spChg>
      </pc:sldChg>
      <pc:sldChg chg="modSp mod">
        <pc:chgData name="José Isauro Ríos Rodríguez" userId="4d0b03aa-3b38-4bc8-8144-9e23d3e5a9d4" providerId="ADAL" clId="{A8B593EE-79FA-44C7-B3C0-21766E4FD6BB}" dt="2021-09-11T13:38:33.137" v="32" actId="113"/>
        <pc:sldMkLst>
          <pc:docMk/>
          <pc:sldMk cId="2688802843" sldId="288"/>
        </pc:sldMkLst>
        <pc:spChg chg="mod">
          <ac:chgData name="José Isauro Ríos Rodríguez" userId="4d0b03aa-3b38-4bc8-8144-9e23d3e5a9d4" providerId="ADAL" clId="{A8B593EE-79FA-44C7-B3C0-21766E4FD6BB}" dt="2021-09-11T13:38:33.137" v="32" actId="113"/>
          <ac:spMkLst>
            <pc:docMk/>
            <pc:sldMk cId="2688802843" sldId="28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3502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7065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8406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4021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3973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bin templat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hape 9" descr="sheet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914400" y="632275"/>
            <a:ext cx="47304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None/>
              <a:defRPr sz="4000">
                <a:solidFill>
                  <a:srgbClr val="11111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Shape 26" descr="sheet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380567" y="274650"/>
            <a:ext cx="11201600" cy="700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983100" y="1339875"/>
            <a:ext cx="10190400" cy="4852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▪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▪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❏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❏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❏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Shape 47" descr="sheet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6B9FA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80567" y="274650"/>
            <a:ext cx="11201600" cy="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983100" y="1339875"/>
            <a:ext cx="10190400" cy="48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Muli"/>
              <a:buChar char="▪"/>
              <a:defRPr sz="3000">
                <a:solidFill>
                  <a:srgbClr val="11111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Muli"/>
              <a:buChar char="▪"/>
              <a:defRPr sz="2400">
                <a:solidFill>
                  <a:srgbClr val="11111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Muli"/>
              <a:buChar char="▪"/>
              <a:defRPr sz="2400">
                <a:solidFill>
                  <a:srgbClr val="11111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Muli"/>
              <a:buChar char="❏"/>
              <a:defRPr sz="1800">
                <a:solidFill>
                  <a:srgbClr val="11111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Muli"/>
              <a:buChar char="❏"/>
              <a:defRPr sz="1800">
                <a:solidFill>
                  <a:srgbClr val="11111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Muli"/>
              <a:buChar char="❏"/>
              <a:defRPr sz="1800">
                <a:solidFill>
                  <a:srgbClr val="11111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Muli"/>
              <a:buChar char="❏"/>
              <a:defRPr sz="1800">
                <a:solidFill>
                  <a:srgbClr val="11111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Muli"/>
              <a:buChar char="❏"/>
              <a:defRPr sz="1800">
                <a:solidFill>
                  <a:srgbClr val="11111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Muli"/>
              <a:buChar char="❏"/>
              <a:defRPr sz="1800">
                <a:solidFill>
                  <a:srgbClr val="11111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ctrTitle"/>
          </p:nvPr>
        </p:nvSpPr>
        <p:spPr>
          <a:xfrm>
            <a:off x="1649361" y="1295951"/>
            <a:ext cx="3547800" cy="4162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8000" dirty="0"/>
              <a:t>Some and Any</a:t>
            </a:r>
            <a:endParaRPr sz="8000" dirty="0"/>
          </a:p>
        </p:txBody>
      </p:sp>
      <p:pic>
        <p:nvPicPr>
          <p:cNvPr id="3" name="Imagen 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668" y="5825303"/>
            <a:ext cx="1029699" cy="812659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  <p:pic>
        <p:nvPicPr>
          <p:cNvPr id="2" name="Imagen 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668" y="5825303"/>
            <a:ext cx="1029699" cy="812659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>
            <a:off x="1809425" y="274650"/>
            <a:ext cx="8401200" cy="7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4400" dirty="0"/>
              <a:t>SOME</a:t>
            </a:r>
            <a:endParaRPr sz="4400" dirty="0"/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1809424" y="1295630"/>
            <a:ext cx="8401201" cy="48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s-MX" sz="2800" dirty="0" err="1"/>
              <a:t>We</a:t>
            </a:r>
            <a:r>
              <a:rPr lang="es-MX" sz="2800" dirty="0"/>
              <a:t> use SOME in </a:t>
            </a:r>
            <a:r>
              <a:rPr lang="es-MX" sz="2800" dirty="0" err="1"/>
              <a:t>affirmative</a:t>
            </a:r>
            <a:r>
              <a:rPr lang="es-MX" sz="2800" dirty="0"/>
              <a:t> </a:t>
            </a:r>
            <a:r>
              <a:rPr lang="es-MX" sz="2800" dirty="0" err="1"/>
              <a:t>sentences</a:t>
            </a:r>
            <a:r>
              <a:rPr lang="es-MX" sz="2800" dirty="0"/>
              <a:t> and </a:t>
            </a:r>
            <a:r>
              <a:rPr lang="es-MX" sz="2800" dirty="0" err="1"/>
              <a:t>when</a:t>
            </a:r>
            <a:r>
              <a:rPr lang="es-MX" sz="2800" dirty="0"/>
              <a:t> </a:t>
            </a:r>
            <a:r>
              <a:rPr lang="es-MX" sz="2800" dirty="0" err="1"/>
              <a:t>we</a:t>
            </a:r>
            <a:r>
              <a:rPr lang="es-MX" sz="2800" dirty="0"/>
              <a:t> </a:t>
            </a:r>
            <a:r>
              <a:rPr lang="es-MX" sz="2800" dirty="0" err="1"/>
              <a:t>want</a:t>
            </a:r>
            <a:r>
              <a:rPr lang="es-MX" sz="2800" dirty="0"/>
              <a:t> to </a:t>
            </a:r>
            <a:r>
              <a:rPr lang="es-MX" sz="2800" dirty="0" err="1"/>
              <a:t>offer</a:t>
            </a:r>
            <a:r>
              <a:rPr lang="es-MX" sz="2800" dirty="0"/>
              <a:t> </a:t>
            </a:r>
            <a:r>
              <a:rPr lang="es-MX" sz="2800" dirty="0" err="1"/>
              <a:t>or</a:t>
            </a:r>
            <a:r>
              <a:rPr lang="es-MX" sz="2800" dirty="0"/>
              <a:t> </a:t>
            </a:r>
            <a:r>
              <a:rPr lang="es-MX" sz="2800" dirty="0" err="1"/>
              <a:t>ask</a:t>
            </a:r>
            <a:r>
              <a:rPr lang="es-MX" sz="2800" dirty="0"/>
              <a:t> </a:t>
            </a:r>
            <a:r>
              <a:rPr lang="es-MX" sz="2800" dirty="0" err="1"/>
              <a:t>for</a:t>
            </a:r>
            <a:r>
              <a:rPr lang="es-MX" sz="2800" dirty="0"/>
              <a:t> </a:t>
            </a:r>
            <a:r>
              <a:rPr lang="es-MX" sz="2800" dirty="0" err="1"/>
              <a:t>something</a:t>
            </a:r>
            <a:r>
              <a:rPr lang="es-MX" sz="2800" dirty="0"/>
              <a:t>.</a:t>
            </a:r>
          </a:p>
          <a:p>
            <a:pPr marL="0" indent="0">
              <a:buNone/>
            </a:pPr>
            <a:endParaRPr sz="2800" dirty="0"/>
          </a:p>
          <a:p>
            <a:pPr fontAlgn="base"/>
            <a:r>
              <a:rPr lang="en-US" sz="2800" i="1" dirty="0"/>
              <a:t>There are </a:t>
            </a:r>
            <a:r>
              <a:rPr lang="en-US" sz="2800" b="1" i="1" dirty="0"/>
              <a:t>some</a:t>
            </a:r>
            <a:r>
              <a:rPr lang="en-US" sz="2800" i="1" dirty="0"/>
              <a:t> new people in my English class.</a:t>
            </a:r>
            <a:endParaRPr lang="en-US" sz="2800" dirty="0"/>
          </a:p>
          <a:p>
            <a:pPr fontAlgn="base"/>
            <a:r>
              <a:rPr lang="en-US" sz="2800" i="1" dirty="0"/>
              <a:t>I bought </a:t>
            </a:r>
            <a:r>
              <a:rPr lang="en-US" sz="2800" b="1" i="1" dirty="0"/>
              <a:t>some</a:t>
            </a:r>
            <a:r>
              <a:rPr lang="en-US" sz="2800" i="1" dirty="0"/>
              <a:t> new shoes.</a:t>
            </a:r>
            <a:endParaRPr lang="en-US" sz="2800" dirty="0"/>
          </a:p>
          <a:p>
            <a:pPr fontAlgn="base"/>
            <a:r>
              <a:rPr lang="en-US" sz="2800" i="1" dirty="0"/>
              <a:t>There is </a:t>
            </a:r>
            <a:r>
              <a:rPr lang="en-US" sz="2800" b="1" i="1" dirty="0"/>
              <a:t>some</a:t>
            </a:r>
            <a:r>
              <a:rPr lang="en-US" sz="2800" i="1" dirty="0"/>
              <a:t> milk in the fridge.</a:t>
            </a:r>
            <a:endParaRPr lang="en-US" sz="2800" dirty="0"/>
          </a:p>
          <a:p>
            <a:pPr fontAlgn="base"/>
            <a:r>
              <a:rPr lang="en-US" sz="2800" i="1" dirty="0"/>
              <a:t>I took </a:t>
            </a:r>
            <a:r>
              <a:rPr lang="en-US" sz="2800" b="1" i="1" dirty="0"/>
              <a:t>some</a:t>
            </a:r>
            <a:r>
              <a:rPr lang="en-US" sz="2800" i="1" dirty="0"/>
              <a:t> money out of the bank.</a:t>
            </a:r>
            <a:endParaRPr lang="en-US" sz="2800" dirty="0"/>
          </a:p>
        </p:txBody>
      </p:sp>
      <p:pic>
        <p:nvPicPr>
          <p:cNvPr id="2" name="Imagen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044" y="5560401"/>
            <a:ext cx="1029699" cy="812659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>
            <a:off x="1809425" y="274650"/>
            <a:ext cx="8401200" cy="7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600" dirty="0"/>
              <a:t>Using SOME to offer something</a:t>
            </a:r>
            <a:endParaRPr sz="3600" dirty="0"/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1809424" y="1339875"/>
            <a:ext cx="8595619" cy="48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sz="2800" i="1" dirty="0"/>
              <a:t>Would you like </a:t>
            </a:r>
            <a:r>
              <a:rPr lang="en-US" sz="2800" b="1" i="1" dirty="0"/>
              <a:t>some</a:t>
            </a:r>
            <a:r>
              <a:rPr lang="en-US" sz="2800" i="1" dirty="0"/>
              <a:t> wine?</a:t>
            </a:r>
            <a:endParaRPr lang="en-US" sz="2800" dirty="0"/>
          </a:p>
          <a:p>
            <a:pPr fontAlgn="base"/>
            <a:r>
              <a:rPr lang="en-US" sz="2800" i="1" dirty="0"/>
              <a:t>Do you want </a:t>
            </a:r>
            <a:r>
              <a:rPr lang="en-US" sz="2800" b="1" i="1" dirty="0"/>
              <a:t>some</a:t>
            </a:r>
            <a:r>
              <a:rPr lang="en-US" sz="2800" i="1" dirty="0"/>
              <a:t> soup?</a:t>
            </a:r>
            <a:endParaRPr lang="en-US" sz="2800" dirty="0"/>
          </a:p>
          <a:p>
            <a:pPr fontAlgn="base"/>
            <a:r>
              <a:rPr lang="en-US" sz="2800" i="1" dirty="0"/>
              <a:t>I’ve got a lot of apples. Do you want </a:t>
            </a:r>
            <a:r>
              <a:rPr lang="en-US" sz="2800" b="1" i="1" dirty="0"/>
              <a:t>some</a:t>
            </a:r>
            <a:r>
              <a:rPr lang="en-US" sz="2800" i="1" dirty="0"/>
              <a:t>?</a:t>
            </a:r>
          </a:p>
          <a:p>
            <a:pPr fontAlgn="base"/>
            <a:endParaRPr lang="en-US" sz="2800" i="1" dirty="0"/>
          </a:p>
          <a:p>
            <a:pPr fontAlgn="base"/>
            <a:r>
              <a:rPr lang="en-US" sz="2800" i="1" dirty="0"/>
              <a:t>You look thirsty. Have </a:t>
            </a:r>
            <a:r>
              <a:rPr lang="en-US" sz="2800" b="1" i="1" dirty="0"/>
              <a:t>some</a:t>
            </a:r>
            <a:r>
              <a:rPr lang="en-US" sz="2800" i="1" dirty="0"/>
              <a:t> water.</a:t>
            </a:r>
            <a:endParaRPr lang="en-US" sz="2800" dirty="0"/>
          </a:p>
          <a:p>
            <a:pPr fontAlgn="base"/>
            <a:r>
              <a:rPr lang="en-US" sz="2800" i="1" dirty="0"/>
              <a:t>Have </a:t>
            </a:r>
            <a:r>
              <a:rPr lang="en-US" sz="2800" b="1" i="1" dirty="0"/>
              <a:t>some</a:t>
            </a:r>
            <a:r>
              <a:rPr lang="en-US" sz="2800" i="1" dirty="0"/>
              <a:t> cake… it’s delicious!</a:t>
            </a:r>
            <a:endParaRPr lang="en-US" sz="2800" dirty="0"/>
          </a:p>
          <a:p>
            <a:pPr fontAlgn="base"/>
            <a:r>
              <a:rPr lang="en-US" sz="2800" i="1" dirty="0"/>
              <a:t>If you’re hungry, eat </a:t>
            </a:r>
            <a:r>
              <a:rPr lang="en-US" sz="2800" b="1" i="1" dirty="0"/>
              <a:t>some</a:t>
            </a:r>
            <a:r>
              <a:rPr lang="en-US" sz="2800" i="1" dirty="0"/>
              <a:t> chips.</a:t>
            </a:r>
          </a:p>
          <a:p>
            <a:pPr fontAlgn="base"/>
            <a:endParaRPr lang="en-US" sz="2800" i="1" dirty="0"/>
          </a:p>
        </p:txBody>
      </p:sp>
      <p:pic>
        <p:nvPicPr>
          <p:cNvPr id="6" name="Imagen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044" y="5560401"/>
            <a:ext cx="1029699" cy="812659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18483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>
            <a:off x="1809424" y="274650"/>
            <a:ext cx="8811683" cy="7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600" dirty="0"/>
              <a:t>Using some to SOME</a:t>
            </a:r>
            <a:r>
              <a:rPr lang="es-MX" sz="3600" dirty="0"/>
              <a:t> </a:t>
            </a:r>
            <a:r>
              <a:rPr lang="es-MX" sz="3600" dirty="0" err="1"/>
              <a:t>for</a:t>
            </a:r>
            <a:r>
              <a:rPr lang="es-MX" sz="3600" dirty="0"/>
              <a:t> </a:t>
            </a:r>
            <a:r>
              <a:rPr lang="es-MX" sz="3600" dirty="0" err="1"/>
              <a:t>something</a:t>
            </a:r>
            <a:endParaRPr sz="3200" dirty="0"/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1809424" y="1339875"/>
            <a:ext cx="8595619" cy="48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sz="2800" i="1" dirty="0"/>
              <a:t>Can I borrow </a:t>
            </a:r>
            <a:r>
              <a:rPr lang="en-US" sz="2800" b="1" i="1" dirty="0"/>
              <a:t>some</a:t>
            </a:r>
            <a:r>
              <a:rPr lang="en-US" sz="2800" i="1" dirty="0"/>
              <a:t> money?</a:t>
            </a:r>
            <a:endParaRPr lang="en-US" sz="2800" dirty="0"/>
          </a:p>
          <a:p>
            <a:pPr fontAlgn="base"/>
            <a:r>
              <a:rPr lang="en-US" sz="2800" i="1" dirty="0"/>
              <a:t>Could you give me </a:t>
            </a:r>
            <a:r>
              <a:rPr lang="en-US" sz="2800" b="1" i="1" dirty="0"/>
              <a:t>some</a:t>
            </a:r>
            <a:r>
              <a:rPr lang="en-US" sz="2800" i="1" dirty="0"/>
              <a:t> books to read on vacation?</a:t>
            </a:r>
            <a:endParaRPr lang="en-US" sz="2800" dirty="0"/>
          </a:p>
          <a:p>
            <a:pPr fontAlgn="base"/>
            <a:r>
              <a:rPr lang="en-US" sz="2800" i="1" dirty="0"/>
              <a:t>Can I have </a:t>
            </a:r>
            <a:r>
              <a:rPr lang="en-US" sz="2800" b="1" i="1" dirty="0"/>
              <a:t>some</a:t>
            </a:r>
            <a:r>
              <a:rPr lang="en-US" sz="2800" i="1" dirty="0"/>
              <a:t> more coffee?</a:t>
            </a:r>
            <a:endParaRPr lang="en-US" sz="2800" dirty="0"/>
          </a:p>
          <a:p>
            <a:pPr fontAlgn="base"/>
            <a:r>
              <a:rPr lang="en-US" sz="2800" i="1" dirty="0"/>
              <a:t>Could you give me </a:t>
            </a:r>
            <a:r>
              <a:rPr lang="en-US" sz="2800" b="1" i="1" dirty="0"/>
              <a:t>some</a:t>
            </a:r>
            <a:r>
              <a:rPr lang="en-US" sz="2800" i="1" dirty="0"/>
              <a:t> help with this?</a:t>
            </a:r>
            <a:endParaRPr lang="en-US" sz="2800" dirty="0"/>
          </a:p>
          <a:p>
            <a:pPr fontAlgn="base"/>
            <a:r>
              <a:rPr lang="en-US" sz="2800" i="1" dirty="0"/>
              <a:t>Would you please give me </a:t>
            </a:r>
            <a:r>
              <a:rPr lang="en-US" sz="2800" b="1" i="1" dirty="0"/>
              <a:t>some</a:t>
            </a:r>
            <a:r>
              <a:rPr lang="en-US" sz="2800" i="1" dirty="0"/>
              <a:t> apples?</a:t>
            </a:r>
            <a:endParaRPr lang="en-US" sz="2800" dirty="0"/>
          </a:p>
        </p:txBody>
      </p:sp>
      <p:pic>
        <p:nvPicPr>
          <p:cNvPr id="6" name="Imagen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044" y="5560401"/>
            <a:ext cx="1029699" cy="812659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882525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>
            <a:off x="1809425" y="274650"/>
            <a:ext cx="8401200" cy="7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MX" sz="4400" dirty="0"/>
              <a:t>ANY</a:t>
            </a:r>
            <a:endParaRPr sz="4000" dirty="0"/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1809424" y="1339875"/>
            <a:ext cx="8595619" cy="48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" indent="0" fontAlgn="base">
              <a:buNone/>
            </a:pPr>
            <a:r>
              <a:rPr lang="en-US" sz="2800" i="1" dirty="0"/>
              <a:t>We use ANY with negative sentences or with questions that are neither offers nor orders.</a:t>
            </a:r>
          </a:p>
          <a:p>
            <a:pPr marL="38100" indent="0" fontAlgn="base">
              <a:buNone/>
            </a:pPr>
            <a:endParaRPr lang="en-US" sz="2800" i="1" dirty="0"/>
          </a:p>
          <a:p>
            <a:pPr fontAlgn="base"/>
            <a:r>
              <a:rPr lang="es-MX" sz="2800" i="1" dirty="0" err="1"/>
              <a:t>There</a:t>
            </a:r>
            <a:r>
              <a:rPr lang="es-MX" sz="2800" i="1" dirty="0"/>
              <a:t> </a:t>
            </a:r>
            <a:r>
              <a:rPr lang="es-MX" sz="2800" i="1" dirty="0" err="1"/>
              <a:t>isn’t</a:t>
            </a:r>
            <a:r>
              <a:rPr lang="es-MX" sz="2800" i="1" dirty="0"/>
              <a:t> </a:t>
            </a:r>
            <a:r>
              <a:rPr lang="es-MX" sz="2800" b="1" i="1" dirty="0" err="1"/>
              <a:t>any</a:t>
            </a:r>
            <a:r>
              <a:rPr lang="es-MX" sz="2800" i="1" dirty="0"/>
              <a:t> </a:t>
            </a:r>
            <a:r>
              <a:rPr lang="es-MX" sz="2800" i="1" dirty="0" err="1"/>
              <a:t>beer</a:t>
            </a:r>
            <a:r>
              <a:rPr lang="es-MX" sz="2800" i="1" dirty="0"/>
              <a:t> in </a:t>
            </a:r>
            <a:r>
              <a:rPr lang="es-MX" sz="2800" i="1" dirty="0" err="1"/>
              <a:t>the</a:t>
            </a:r>
            <a:r>
              <a:rPr lang="es-MX" sz="2800" i="1" dirty="0"/>
              <a:t> </a:t>
            </a:r>
            <a:r>
              <a:rPr lang="es-MX" sz="2800" i="1" dirty="0" err="1"/>
              <a:t>fridge</a:t>
            </a:r>
            <a:r>
              <a:rPr lang="es-MX" sz="2800" i="1" dirty="0"/>
              <a:t>. </a:t>
            </a:r>
            <a:endParaRPr lang="es-MX" sz="2800" dirty="0"/>
          </a:p>
          <a:p>
            <a:pPr fontAlgn="base"/>
            <a:r>
              <a:rPr lang="es-MX" sz="2800" i="1" dirty="0" err="1"/>
              <a:t>There</a:t>
            </a:r>
            <a:r>
              <a:rPr lang="es-MX" sz="2800" i="1" dirty="0"/>
              <a:t> </a:t>
            </a:r>
            <a:r>
              <a:rPr lang="es-MX" sz="2800" i="1" dirty="0" err="1"/>
              <a:t>aren’t</a:t>
            </a:r>
            <a:r>
              <a:rPr lang="es-MX" sz="2800" i="1" dirty="0"/>
              <a:t> </a:t>
            </a:r>
            <a:r>
              <a:rPr lang="es-MX" sz="2800" b="1" i="1" dirty="0" err="1"/>
              <a:t>any</a:t>
            </a:r>
            <a:r>
              <a:rPr lang="es-MX" sz="2800" i="1" dirty="0"/>
              <a:t> </a:t>
            </a:r>
            <a:r>
              <a:rPr lang="es-MX" sz="2800" i="1" dirty="0" err="1"/>
              <a:t>good</a:t>
            </a:r>
            <a:r>
              <a:rPr lang="es-MX" sz="2800" i="1" dirty="0"/>
              <a:t> films </a:t>
            </a:r>
            <a:r>
              <a:rPr lang="es-MX" sz="2800" i="1" dirty="0" err="1"/>
              <a:t>on</a:t>
            </a:r>
            <a:r>
              <a:rPr lang="es-MX" sz="2800" i="1" dirty="0"/>
              <a:t> TV.</a:t>
            </a:r>
            <a:endParaRPr lang="es-MX" sz="2800" dirty="0"/>
          </a:p>
          <a:p>
            <a:pPr fontAlgn="base"/>
            <a:r>
              <a:rPr lang="es-MX" sz="2800" i="1" dirty="0"/>
              <a:t>Are </a:t>
            </a:r>
            <a:r>
              <a:rPr lang="es-MX" sz="2800" i="1" dirty="0" err="1"/>
              <a:t>there</a:t>
            </a:r>
            <a:r>
              <a:rPr lang="es-MX" sz="2800" i="1" dirty="0"/>
              <a:t> </a:t>
            </a:r>
            <a:r>
              <a:rPr lang="es-MX" sz="2800" b="1" i="1" dirty="0" err="1"/>
              <a:t>any</a:t>
            </a:r>
            <a:r>
              <a:rPr lang="es-MX" sz="2800" i="1" dirty="0"/>
              <a:t> </a:t>
            </a:r>
            <a:r>
              <a:rPr lang="es-MX" sz="2800" i="1" dirty="0" err="1"/>
              <a:t>good</a:t>
            </a:r>
            <a:r>
              <a:rPr lang="es-MX" sz="2800" i="1" dirty="0"/>
              <a:t> restaurants </a:t>
            </a:r>
            <a:r>
              <a:rPr lang="es-MX" sz="2800" i="1" dirty="0" err="1"/>
              <a:t>near</a:t>
            </a:r>
            <a:r>
              <a:rPr lang="es-MX" sz="2800" i="1" dirty="0"/>
              <a:t> </a:t>
            </a:r>
            <a:r>
              <a:rPr lang="es-MX" sz="2800" i="1" dirty="0" err="1"/>
              <a:t>here</a:t>
            </a:r>
            <a:r>
              <a:rPr lang="es-MX" sz="2800" i="1" dirty="0"/>
              <a:t>?</a:t>
            </a:r>
          </a:p>
          <a:p>
            <a:pPr fontAlgn="base"/>
            <a:r>
              <a:rPr lang="es-MX" sz="2800" i="1" dirty="0"/>
              <a:t>Do </a:t>
            </a:r>
            <a:r>
              <a:rPr lang="es-MX" sz="2800" i="1" dirty="0" err="1"/>
              <a:t>you</a:t>
            </a:r>
            <a:r>
              <a:rPr lang="es-MX" sz="2800" i="1" dirty="0"/>
              <a:t> </a:t>
            </a:r>
            <a:r>
              <a:rPr lang="es-MX" sz="2800" i="1" dirty="0" err="1"/>
              <a:t>have</a:t>
            </a:r>
            <a:r>
              <a:rPr lang="es-MX" sz="2800" i="1" dirty="0"/>
              <a:t> </a:t>
            </a:r>
            <a:r>
              <a:rPr lang="es-MX" sz="2800" b="1" i="1" dirty="0" err="1"/>
              <a:t>any</a:t>
            </a:r>
            <a:r>
              <a:rPr lang="es-MX" sz="2800" i="1" dirty="0"/>
              <a:t> </a:t>
            </a:r>
            <a:r>
              <a:rPr lang="es-MX" sz="2800" i="1" dirty="0" err="1"/>
              <a:t>children</a:t>
            </a:r>
            <a:r>
              <a:rPr lang="es-MX" sz="2800" i="1" dirty="0"/>
              <a:t>?</a:t>
            </a:r>
            <a:endParaRPr lang="es-MX" sz="2800" dirty="0"/>
          </a:p>
          <a:p>
            <a:pPr fontAlgn="base"/>
            <a:r>
              <a:rPr lang="es-MX" sz="2800" i="1" dirty="0" err="1"/>
              <a:t>I’d</a:t>
            </a:r>
            <a:r>
              <a:rPr lang="es-MX" sz="2800" i="1" dirty="0"/>
              <a:t> </a:t>
            </a:r>
            <a:r>
              <a:rPr lang="es-MX" sz="2800" i="1" dirty="0" err="1"/>
              <a:t>like</a:t>
            </a:r>
            <a:r>
              <a:rPr lang="es-MX" sz="2800" i="1" dirty="0"/>
              <a:t> to </a:t>
            </a:r>
            <a:r>
              <a:rPr lang="es-MX" sz="2800" i="1" dirty="0" err="1"/>
              <a:t>learn</a:t>
            </a:r>
            <a:r>
              <a:rPr lang="es-MX" sz="2800" i="1" dirty="0"/>
              <a:t> </a:t>
            </a:r>
            <a:r>
              <a:rPr lang="es-MX" sz="2800" i="1" dirty="0" err="1"/>
              <a:t>another</a:t>
            </a:r>
            <a:r>
              <a:rPr lang="es-MX" sz="2800" i="1" dirty="0"/>
              <a:t> </a:t>
            </a:r>
            <a:r>
              <a:rPr lang="es-MX" sz="2800" i="1" dirty="0" err="1"/>
              <a:t>language</a:t>
            </a:r>
            <a:r>
              <a:rPr lang="es-MX" sz="2800" i="1" dirty="0"/>
              <a:t>, </a:t>
            </a:r>
            <a:r>
              <a:rPr lang="es-MX" sz="2800" i="1" dirty="0" err="1"/>
              <a:t>but</a:t>
            </a:r>
            <a:r>
              <a:rPr lang="es-MX" sz="2800" i="1" dirty="0"/>
              <a:t> I </a:t>
            </a:r>
            <a:r>
              <a:rPr lang="es-MX" sz="2800" i="1" dirty="0" err="1"/>
              <a:t>don’t</a:t>
            </a:r>
            <a:r>
              <a:rPr lang="es-MX" sz="2800" i="1" dirty="0"/>
              <a:t> </a:t>
            </a:r>
            <a:r>
              <a:rPr lang="es-MX" sz="2800" i="1" dirty="0" err="1"/>
              <a:t>have</a:t>
            </a:r>
            <a:r>
              <a:rPr lang="es-MX" sz="2800" i="1" dirty="0"/>
              <a:t> </a:t>
            </a:r>
            <a:r>
              <a:rPr lang="es-MX" sz="2800" b="1" i="1" dirty="0" err="1"/>
              <a:t>any</a:t>
            </a:r>
            <a:r>
              <a:rPr lang="es-MX" sz="2800" i="1" dirty="0"/>
              <a:t> free time. </a:t>
            </a:r>
            <a:endParaRPr lang="es-MX" sz="2800" dirty="0"/>
          </a:p>
          <a:p>
            <a:pPr fontAlgn="base"/>
            <a:r>
              <a:rPr lang="es-MX" sz="2800" i="1" dirty="0" err="1"/>
              <a:t>Have</a:t>
            </a:r>
            <a:r>
              <a:rPr lang="es-MX" sz="2800" i="1" dirty="0"/>
              <a:t> you </a:t>
            </a:r>
            <a:r>
              <a:rPr lang="es-MX" sz="2800" i="1" dirty="0" err="1"/>
              <a:t>got</a:t>
            </a:r>
            <a:r>
              <a:rPr lang="es-MX" sz="2800" i="1" dirty="0"/>
              <a:t> </a:t>
            </a:r>
            <a:r>
              <a:rPr lang="es-MX" sz="2800" b="1" i="1" dirty="0" err="1"/>
              <a:t>any</a:t>
            </a:r>
            <a:r>
              <a:rPr lang="es-MX" sz="2800" i="1" dirty="0"/>
              <a:t> </a:t>
            </a:r>
            <a:r>
              <a:rPr lang="es-MX" sz="2800" i="1" dirty="0" err="1"/>
              <a:t>questions</a:t>
            </a:r>
            <a:r>
              <a:rPr lang="es-MX" sz="2800" i="1" dirty="0"/>
              <a:t>? 	</a:t>
            </a:r>
            <a:endParaRPr lang="es-MX" sz="2800" dirty="0"/>
          </a:p>
        </p:txBody>
      </p:sp>
      <p:pic>
        <p:nvPicPr>
          <p:cNvPr id="6" name="Imagen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044" y="5560401"/>
            <a:ext cx="1029699" cy="812659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35301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725562" y="988140"/>
            <a:ext cx="9438968" cy="5186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Sue went to the cinema with </a:t>
            </a:r>
            <a:r>
              <a:rPr lang="en-US" sz="2600" b="1" dirty="0">
                <a:solidFill>
                  <a:srgbClr val="222222"/>
                </a:solidFill>
                <a:latin typeface="Muli" panose="020B0604020202020204" charset="0"/>
              </a:rPr>
              <a:t>some</a:t>
            </a: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 of her friends.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Jane doesn't have </a:t>
            </a:r>
            <a:r>
              <a:rPr lang="en-US" sz="2600" b="1" dirty="0">
                <a:solidFill>
                  <a:srgbClr val="222222"/>
                </a:solidFill>
                <a:latin typeface="Muli" panose="020B0604020202020204" charset="0"/>
              </a:rPr>
              <a:t>any</a:t>
            </a: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 friends.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Have you got  </a:t>
            </a:r>
            <a:r>
              <a:rPr lang="en-US" sz="2600" b="1" dirty="0">
                <a:solidFill>
                  <a:srgbClr val="222222"/>
                </a:solidFill>
                <a:latin typeface="Muli" panose="020B0604020202020204" charset="0"/>
              </a:rPr>
              <a:t>any</a:t>
            </a: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  brothers or sisters?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Here is  </a:t>
            </a:r>
            <a:r>
              <a:rPr lang="en-US" sz="2600" b="1" dirty="0">
                <a:solidFill>
                  <a:srgbClr val="222222"/>
                </a:solidFill>
                <a:latin typeface="Muli" panose="020B0604020202020204" charset="0"/>
              </a:rPr>
              <a:t>some</a:t>
            </a: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  food for the cat.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I think you should put  </a:t>
            </a:r>
            <a:r>
              <a:rPr lang="en-US" sz="2600" b="1" dirty="0">
                <a:solidFill>
                  <a:srgbClr val="222222"/>
                </a:solidFill>
                <a:latin typeface="Muli" panose="020B0604020202020204" charset="0"/>
              </a:rPr>
              <a:t>some</a:t>
            </a: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  flowers on the table.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I don't want  </a:t>
            </a:r>
            <a:r>
              <a:rPr lang="en-US" sz="2600" b="1" dirty="0">
                <a:solidFill>
                  <a:srgbClr val="222222"/>
                </a:solidFill>
                <a:latin typeface="Muli" panose="020B0604020202020204" charset="0"/>
              </a:rPr>
              <a:t>any</a:t>
            </a: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  presents for my birthday.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Did they have  </a:t>
            </a:r>
            <a:r>
              <a:rPr lang="en-US" sz="2600" b="1" dirty="0">
                <a:solidFill>
                  <a:srgbClr val="222222"/>
                </a:solidFill>
                <a:latin typeface="Muli" panose="020B0604020202020204" charset="0"/>
              </a:rPr>
              <a:t>any</a:t>
            </a: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  news for you?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I'm hungry - I'll have  </a:t>
            </a:r>
            <a:r>
              <a:rPr lang="en-US" sz="2600" b="1" dirty="0">
                <a:solidFill>
                  <a:srgbClr val="222222"/>
                </a:solidFill>
                <a:latin typeface="Muli" panose="020B0604020202020204" charset="0"/>
              </a:rPr>
              <a:t>some</a:t>
            </a: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  sandwiches.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There aren’t  </a:t>
            </a:r>
            <a:r>
              <a:rPr lang="en-US" sz="2600" b="1" dirty="0">
                <a:solidFill>
                  <a:srgbClr val="222222"/>
                </a:solidFill>
                <a:latin typeface="Muli" panose="020B0604020202020204" charset="0"/>
              </a:rPr>
              <a:t>any</a:t>
            </a: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  apples left.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Could you check if there are  </a:t>
            </a:r>
            <a:r>
              <a:rPr lang="en-US" sz="2600" b="1" dirty="0">
                <a:solidFill>
                  <a:srgbClr val="222222"/>
                </a:solidFill>
                <a:latin typeface="Muli" panose="020B0604020202020204" charset="0"/>
              </a:rPr>
              <a:t>any</a:t>
            </a:r>
            <a:r>
              <a:rPr lang="en-US" sz="2600" dirty="0">
                <a:solidFill>
                  <a:srgbClr val="222222"/>
                </a:solidFill>
                <a:latin typeface="Muli" panose="020B0604020202020204" charset="0"/>
              </a:rPr>
              <a:t>  calls on the answering machine?</a:t>
            </a:r>
          </a:p>
        </p:txBody>
      </p:sp>
      <p:pic>
        <p:nvPicPr>
          <p:cNvPr id="5" name="Imagen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044" y="5560401"/>
            <a:ext cx="1029699" cy="812659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725564" y="988142"/>
            <a:ext cx="9453716" cy="4785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We need </a:t>
            </a:r>
            <a:r>
              <a:rPr lang="en-US" sz="2600" b="1" dirty="0">
                <a:latin typeface="Muli" panose="020B0604020202020204" charset="0"/>
              </a:rPr>
              <a:t>some</a:t>
            </a:r>
            <a:r>
              <a:rPr lang="en-US" sz="2600" dirty="0">
                <a:latin typeface="Muli" panose="020B0604020202020204" charset="0"/>
              </a:rPr>
              <a:t> bananas.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You can't buy  </a:t>
            </a:r>
            <a:r>
              <a:rPr lang="en-US" sz="2600" b="1" dirty="0">
                <a:latin typeface="Muli" panose="020B0604020202020204" charset="0"/>
              </a:rPr>
              <a:t>any</a:t>
            </a:r>
            <a:r>
              <a:rPr lang="en-US" sz="2600" dirty="0">
                <a:latin typeface="Muli" panose="020B0604020202020204" charset="0"/>
              </a:rPr>
              <a:t> posters in this shop.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We haven't got  </a:t>
            </a:r>
            <a:r>
              <a:rPr lang="en-US" sz="2600" b="1" dirty="0">
                <a:latin typeface="Muli" panose="020B0604020202020204" charset="0"/>
              </a:rPr>
              <a:t>any</a:t>
            </a:r>
            <a:r>
              <a:rPr lang="en-US" sz="2600" dirty="0">
                <a:latin typeface="Muli" panose="020B0604020202020204" charset="0"/>
              </a:rPr>
              <a:t> oranges at the moment.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Peter has bought  </a:t>
            </a:r>
            <a:r>
              <a:rPr lang="en-US" sz="2600" b="1" dirty="0">
                <a:latin typeface="Muli" panose="020B0604020202020204" charset="0"/>
              </a:rPr>
              <a:t>some</a:t>
            </a:r>
            <a:r>
              <a:rPr lang="en-US" sz="2600" dirty="0">
                <a:latin typeface="Muli" panose="020B0604020202020204" charset="0"/>
              </a:rPr>
              <a:t> new books.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She always takes  </a:t>
            </a:r>
            <a:r>
              <a:rPr lang="en-US" sz="2600" b="1" dirty="0">
                <a:latin typeface="Muli" panose="020B0604020202020204" charset="0"/>
              </a:rPr>
              <a:t>some</a:t>
            </a:r>
            <a:r>
              <a:rPr lang="en-US" sz="2600" dirty="0">
                <a:latin typeface="Muli" panose="020B0604020202020204" charset="0"/>
              </a:rPr>
              <a:t> sugar with her coffee.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I have seen  </a:t>
            </a:r>
            <a:r>
              <a:rPr lang="en-US" sz="2600" b="1" dirty="0">
                <a:latin typeface="Muli" panose="020B0604020202020204" charset="0"/>
              </a:rPr>
              <a:t>some</a:t>
            </a:r>
            <a:r>
              <a:rPr lang="en-US" sz="2600" dirty="0">
                <a:latin typeface="Muli" panose="020B0604020202020204" charset="0"/>
              </a:rPr>
              <a:t> nice postcards in this souvenir shop.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There aren’t  </a:t>
            </a:r>
            <a:r>
              <a:rPr lang="en-US" sz="2600" b="1" dirty="0">
                <a:latin typeface="Muli" panose="020B0604020202020204" charset="0"/>
              </a:rPr>
              <a:t>any</a:t>
            </a:r>
            <a:r>
              <a:rPr lang="en-US" sz="2600" dirty="0">
                <a:latin typeface="Muli" panose="020B0604020202020204" charset="0"/>
              </a:rPr>
              <a:t> folders in my bag.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I have  </a:t>
            </a:r>
            <a:r>
              <a:rPr lang="en-US" sz="2600" b="1" dirty="0">
                <a:latin typeface="Muli" panose="020B0604020202020204" charset="0"/>
              </a:rPr>
              <a:t>some</a:t>
            </a:r>
            <a:r>
              <a:rPr lang="en-US" sz="2600" dirty="0">
                <a:latin typeface="Muli" panose="020B0604020202020204" charset="0"/>
              </a:rPr>
              <a:t> magazines for you.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There are  </a:t>
            </a:r>
            <a:r>
              <a:rPr lang="en-US" sz="2600" b="1" dirty="0">
                <a:latin typeface="Muli" panose="020B0604020202020204" charset="0"/>
              </a:rPr>
              <a:t>some</a:t>
            </a:r>
            <a:r>
              <a:rPr lang="en-US" sz="2600" dirty="0">
                <a:latin typeface="Muli" panose="020B0604020202020204" charset="0"/>
              </a:rPr>
              <a:t> apples on the table.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Pam does not </a:t>
            </a:r>
            <a:r>
              <a:rPr lang="en-US" sz="2600">
                <a:latin typeface="Muli" panose="020B0604020202020204" charset="0"/>
              </a:rPr>
              <a:t>have  </a:t>
            </a:r>
            <a:r>
              <a:rPr lang="en-US" sz="2600" b="1">
                <a:latin typeface="Muli" panose="020B0604020202020204" charset="0"/>
              </a:rPr>
              <a:t>any</a:t>
            </a:r>
            <a:r>
              <a:rPr lang="en-US" sz="2600">
                <a:latin typeface="Muli" panose="020B0604020202020204" charset="0"/>
              </a:rPr>
              <a:t> </a:t>
            </a:r>
            <a:r>
              <a:rPr lang="en-US" sz="2600" dirty="0">
                <a:latin typeface="Muli" panose="020B0604020202020204" charset="0"/>
              </a:rPr>
              <a:t>pencils on her desk.</a:t>
            </a:r>
          </a:p>
        </p:txBody>
      </p:sp>
      <p:pic>
        <p:nvPicPr>
          <p:cNvPr id="5" name="Imagen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044" y="5560401"/>
            <a:ext cx="1029699" cy="812659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94847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725563" y="988143"/>
            <a:ext cx="9424218" cy="4785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Have you got </a:t>
            </a:r>
            <a:r>
              <a:rPr lang="en-US" sz="2600" b="1" dirty="0">
                <a:latin typeface="Muli" panose="020B0604020202020204" charset="0"/>
              </a:rPr>
              <a:t>______</a:t>
            </a:r>
            <a:r>
              <a:rPr lang="en-US" sz="2600" dirty="0">
                <a:latin typeface="Muli" panose="020B0604020202020204" charset="0"/>
              </a:rPr>
              <a:t> tomatoes?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There are  </a:t>
            </a:r>
            <a:r>
              <a:rPr lang="en-US" sz="2600" b="1" dirty="0">
                <a:latin typeface="Muli" panose="020B0604020202020204" charset="0"/>
              </a:rPr>
              <a:t>______</a:t>
            </a:r>
            <a:r>
              <a:rPr lang="en-US" sz="2600" dirty="0">
                <a:latin typeface="Muli" panose="020B0604020202020204" charset="0"/>
              </a:rPr>
              <a:t> exercise books on the floor.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Did you get the ketchup? No, they didn't have </a:t>
            </a:r>
            <a:r>
              <a:rPr lang="en-US" sz="2600" b="1" dirty="0">
                <a:latin typeface="Muli" panose="020B0604020202020204" charset="0"/>
              </a:rPr>
              <a:t>______.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You should eat  </a:t>
            </a:r>
            <a:r>
              <a:rPr lang="en-US" sz="2600" b="1" dirty="0">
                <a:latin typeface="Muli" panose="020B0604020202020204" charset="0"/>
              </a:rPr>
              <a:t>______</a:t>
            </a:r>
            <a:r>
              <a:rPr lang="en-US" sz="2600" dirty="0">
                <a:latin typeface="Muli" panose="020B0604020202020204" charset="0"/>
              </a:rPr>
              <a:t> fresh fruit.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Here are  </a:t>
            </a:r>
            <a:r>
              <a:rPr lang="en-US" sz="2600" b="1" dirty="0">
                <a:latin typeface="Muli" panose="020B0604020202020204" charset="0"/>
              </a:rPr>
              <a:t>______</a:t>
            </a:r>
            <a:r>
              <a:rPr lang="en-US" sz="2600" dirty="0">
                <a:latin typeface="Muli" panose="020B0604020202020204" charset="0"/>
              </a:rPr>
              <a:t> cornflakes, but there isn't  </a:t>
            </a:r>
            <a:r>
              <a:rPr lang="en-US" sz="2600" b="1" dirty="0">
                <a:latin typeface="Muli" panose="020B0604020202020204" charset="0"/>
              </a:rPr>
              <a:t>______</a:t>
            </a:r>
            <a:r>
              <a:rPr lang="en-US" sz="2600" dirty="0">
                <a:latin typeface="Muli" panose="020B0604020202020204" charset="0"/>
              </a:rPr>
              <a:t> milk.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We had to wait for  </a:t>
            </a:r>
            <a:r>
              <a:rPr lang="en-US" sz="2600" b="1" dirty="0">
                <a:latin typeface="Muli" panose="020B0604020202020204" charset="0"/>
              </a:rPr>
              <a:t>______</a:t>
            </a:r>
            <a:r>
              <a:rPr lang="en-US" sz="2600" dirty="0">
                <a:latin typeface="Muli" panose="020B0604020202020204" charset="0"/>
              </a:rPr>
              <a:t> minutes.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Is there  </a:t>
            </a:r>
            <a:r>
              <a:rPr lang="en-US" sz="2600" b="1" dirty="0">
                <a:latin typeface="Muli" panose="020B0604020202020204" charset="0"/>
              </a:rPr>
              <a:t>______</a:t>
            </a:r>
            <a:r>
              <a:rPr lang="en-US" sz="2600" dirty="0">
                <a:latin typeface="Muli" panose="020B0604020202020204" charset="0"/>
              </a:rPr>
              <a:t> lemonade left?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There is no butter in the fridge. Let's go and get </a:t>
            </a:r>
            <a:r>
              <a:rPr lang="en-US" sz="2600" b="1" dirty="0">
                <a:latin typeface="Muli" panose="020B0604020202020204" charset="0"/>
              </a:rPr>
              <a:t>______.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They didn't sing  </a:t>
            </a:r>
            <a:r>
              <a:rPr lang="en-US" sz="2600" b="1" dirty="0">
                <a:latin typeface="Muli" panose="020B0604020202020204" charset="0"/>
              </a:rPr>
              <a:t>______</a:t>
            </a:r>
            <a:r>
              <a:rPr lang="en-US" sz="2600" dirty="0">
                <a:latin typeface="Muli" panose="020B0604020202020204" charset="0"/>
              </a:rPr>
              <a:t> songs.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600" dirty="0">
                <a:latin typeface="Muli" panose="020B0604020202020204" charset="0"/>
              </a:rPr>
              <a:t>I'm looking for  </a:t>
            </a:r>
            <a:r>
              <a:rPr lang="en-US" sz="2600" b="1" dirty="0">
                <a:latin typeface="Muli" panose="020B0604020202020204" charset="0"/>
              </a:rPr>
              <a:t>______</a:t>
            </a:r>
            <a:r>
              <a:rPr lang="en-US" sz="2600" dirty="0">
                <a:latin typeface="Muli" panose="020B0604020202020204" charset="0"/>
              </a:rPr>
              <a:t> good music.</a:t>
            </a:r>
          </a:p>
        </p:txBody>
      </p:sp>
      <p:pic>
        <p:nvPicPr>
          <p:cNvPr id="5" name="Imagen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044" y="5560401"/>
            <a:ext cx="1029699" cy="812659"/>
          </a:xfrm>
          <a:prstGeom prst="rect">
            <a:avLst/>
          </a:prstGeom>
          <a:noFill/>
          <a:effectLst>
            <a:glow rad="635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688802843"/>
      </p:ext>
    </p:extLst>
  </p:cSld>
  <p:clrMapOvr>
    <a:masterClrMapping/>
  </p:clrMapOvr>
</p:sld>
</file>

<file path=ppt/theme/theme1.xml><?xml version="1.0" encoding="utf-8"?>
<a:theme xmlns:a="http://schemas.openxmlformats.org/drawingml/2006/main" name="Bas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53628B93FB4D41BB9A74C6E7C89786" ma:contentTypeVersion="28" ma:contentTypeDescription="Crear nuevo documento." ma:contentTypeScope="" ma:versionID="abe1f1e97b5424053e1e8a2a985980f7">
  <xsd:schema xmlns:xsd="http://www.w3.org/2001/XMLSchema" xmlns:xs="http://www.w3.org/2001/XMLSchema" xmlns:p="http://schemas.microsoft.com/office/2006/metadata/properties" xmlns:ns3="47016ade-1308-412c-8be3-ff9e75d9b14a" xmlns:ns4="32bd1bed-3fcb-4d47-a2c9-50f8809cd85f" targetNamespace="http://schemas.microsoft.com/office/2006/metadata/properties" ma:root="true" ma:fieldsID="9adedc1c7dc9da9d64fe01bf8998a781" ns3:_="" ns4:_="">
    <xsd:import namespace="47016ade-1308-412c-8be3-ff9e75d9b14a"/>
    <xsd:import namespace="32bd1bed-3fcb-4d47-a2c9-50f8809cd85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3:MediaServiceLocatio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16ade-1308-412c-8be3-ff9e75d9b1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NotebookType" ma:index="16" nillable="true" ma:displayName="Notebook Type" ma:internalName="NotebookType">
      <xsd:simpleType>
        <xsd:restriction base="dms:Text"/>
      </xsd:simpleType>
    </xsd:element>
    <xsd:element name="FolderType" ma:index="17" nillable="true" ma:displayName="Folder Type" ma:internalName="FolderType">
      <xsd:simpleType>
        <xsd:restriction base="dms:Text"/>
      </xsd:simpleType>
    </xsd:element>
    <xsd:element name="CultureName" ma:index="18" nillable="true" ma:displayName="Culture Name" ma:internalName="CultureName">
      <xsd:simpleType>
        <xsd:restriction base="dms:Text"/>
      </xsd:simpleType>
    </xsd:element>
    <xsd:element name="AppVersion" ma:index="19" nillable="true" ma:displayName="App Version" ma:internalName="AppVersion">
      <xsd:simpleType>
        <xsd:restriction base="dms:Text"/>
      </xsd:simpleType>
    </xsd:element>
    <xsd:element name="TeamsChannelId" ma:index="20" nillable="true" ma:displayName="Teams Channel Id" ma:internalName="TeamsChannelId">
      <xsd:simpleType>
        <xsd:restriction base="dms:Text"/>
      </xsd:simpleType>
    </xsd:element>
    <xsd:element name="Owner" ma:index="21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22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3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4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5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6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27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8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9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0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1" nillable="true" ma:displayName="Is Collaboration Space Locked" ma:internalName="Is_Collaboration_Space_Locked">
      <xsd:simpleType>
        <xsd:restriction base="dms:Boolean"/>
      </xsd:simpleType>
    </xsd:element>
    <xsd:element name="IsNotebookLocked" ma:index="32" nillable="true" ma:displayName="Is Notebook Locked" ma:internalName="IsNotebookLocked">
      <xsd:simpleType>
        <xsd:restriction base="dms:Boolean"/>
      </xsd:simpleType>
    </xsd:element>
    <xsd:element name="MediaServiceLocation" ma:index="33" nillable="true" ma:displayName="Location" ma:internalName="MediaServiceLocation" ma:readOnly="true">
      <xsd:simpleType>
        <xsd:restriction base="dms:Text"/>
      </xsd:simpleType>
    </xsd:element>
    <xsd:element name="MediaServiceGenerationTime" ma:index="3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bd1bed-3fcb-4d47-a2c9-50f8809cd85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wner xmlns="47016ade-1308-412c-8be3-ff9e75d9b14a">
      <UserInfo>
        <DisplayName/>
        <AccountId xsi:nil="true"/>
        <AccountType/>
      </UserInfo>
    </Owner>
    <NotebookType xmlns="47016ade-1308-412c-8be3-ff9e75d9b14a" xsi:nil="true"/>
    <IsNotebookLocked xmlns="47016ade-1308-412c-8be3-ff9e75d9b14a" xsi:nil="true"/>
    <Students xmlns="47016ade-1308-412c-8be3-ff9e75d9b14a">
      <UserInfo>
        <DisplayName/>
        <AccountId xsi:nil="true"/>
        <AccountType/>
      </UserInfo>
    </Students>
    <Student_Groups xmlns="47016ade-1308-412c-8be3-ff9e75d9b14a">
      <UserInfo>
        <DisplayName/>
        <AccountId xsi:nil="true"/>
        <AccountType/>
      </UserInfo>
    </Student_Groups>
    <Templates xmlns="47016ade-1308-412c-8be3-ff9e75d9b14a" xsi:nil="true"/>
    <TeamsChannelId xmlns="47016ade-1308-412c-8be3-ff9e75d9b14a" xsi:nil="true"/>
    <CultureName xmlns="47016ade-1308-412c-8be3-ff9e75d9b14a" xsi:nil="true"/>
    <Self_Registration_Enabled xmlns="47016ade-1308-412c-8be3-ff9e75d9b14a" xsi:nil="true"/>
    <Has_Teacher_Only_SectionGroup xmlns="47016ade-1308-412c-8be3-ff9e75d9b14a" xsi:nil="true"/>
    <Is_Collaboration_Space_Locked xmlns="47016ade-1308-412c-8be3-ff9e75d9b14a" xsi:nil="true"/>
    <Invited_Students xmlns="47016ade-1308-412c-8be3-ff9e75d9b14a" xsi:nil="true"/>
    <FolderType xmlns="47016ade-1308-412c-8be3-ff9e75d9b14a" xsi:nil="true"/>
    <Teachers xmlns="47016ade-1308-412c-8be3-ff9e75d9b14a">
      <UserInfo>
        <DisplayName/>
        <AccountId xsi:nil="true"/>
        <AccountType/>
      </UserInfo>
    </Teachers>
    <DefaultSectionNames xmlns="47016ade-1308-412c-8be3-ff9e75d9b14a" xsi:nil="true"/>
    <AppVersion xmlns="47016ade-1308-412c-8be3-ff9e75d9b14a" xsi:nil="true"/>
    <Invited_Teachers xmlns="47016ade-1308-412c-8be3-ff9e75d9b14a" xsi:nil="true"/>
  </documentManagement>
</p:properties>
</file>

<file path=customXml/itemProps1.xml><?xml version="1.0" encoding="utf-8"?>
<ds:datastoreItem xmlns:ds="http://schemas.openxmlformats.org/officeDocument/2006/customXml" ds:itemID="{FA1D14F7-704A-4BA3-8B24-D66F833338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16ade-1308-412c-8be3-ff9e75d9b14a"/>
    <ds:schemaRef ds:uri="32bd1bed-3fcb-4d47-a2c9-50f8809cd8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916C5A-ACF8-4AB2-A952-E9C947F6AD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C68816-C2D2-44D6-AEF2-664C2637AB89}">
  <ds:schemaRefs>
    <ds:schemaRef ds:uri="http://purl.org/dc/elements/1.1/"/>
    <ds:schemaRef ds:uri="http://purl.org/dc/terms/"/>
    <ds:schemaRef ds:uri="http://schemas.microsoft.com/office/2006/documentManagement/types"/>
    <ds:schemaRef ds:uri="47016ade-1308-412c-8be3-ff9e75d9b14a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32bd1bed-3fcb-4d47-a2c9-50f8809cd85f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9428</TotalTime>
  <Words>478</Words>
  <Application>Microsoft Office PowerPoint</Application>
  <PresentationFormat>Panorámica</PresentationFormat>
  <Paragraphs>61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Montserrat</vt:lpstr>
      <vt:lpstr>Muli</vt:lpstr>
      <vt:lpstr>Base template</vt:lpstr>
      <vt:lpstr>Some and Any</vt:lpstr>
      <vt:lpstr>SOME</vt:lpstr>
      <vt:lpstr>Using SOME to offer something</vt:lpstr>
      <vt:lpstr>Using some to SOME for something</vt:lpstr>
      <vt:lpstr>ANY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Isauro Rios</dc:creator>
  <cp:lastModifiedBy>José Isauro Ríos Rodríguez</cp:lastModifiedBy>
  <cp:revision>18</cp:revision>
  <dcterms:modified xsi:type="dcterms:W3CDTF">2021-09-11T14:59:59Z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0x0101001C53628B93FB4D41BB9A74C6E7C89786</vt:lpwstr>
  </property>
</Properties>
</file>